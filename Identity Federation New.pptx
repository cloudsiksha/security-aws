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8"/>
  </p:notesMasterIdLst>
  <p:handoutMasterIdLst>
    <p:handoutMasterId r:id="rId9"/>
  </p:handoutMasterIdLst>
  <p:sldIdLst>
    <p:sldId id="376" r:id="rId5"/>
    <p:sldId id="292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howGuides="1">
      <p:cViewPr varScale="1">
        <p:scale>
          <a:sx n="70" d="100"/>
          <a:sy n="70" d="100"/>
        </p:scale>
        <p:origin x="283" y="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2/8/2026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6302-7BAC-4823-B417-F7E0594E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46EA7-34B8-41C1-BB23-8D9D58F1D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Rockwell" panose="02060603020205020403" pitchFamily="18" charset="0"/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05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  <p:sldLayoutId id="214748375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9890" y="723440"/>
            <a:ext cx="4323426" cy="2579052"/>
          </a:xfrm>
        </p:spPr>
        <p:txBody>
          <a:bodyPr>
            <a:normAutofit/>
          </a:bodyPr>
          <a:lstStyle/>
          <a:p>
            <a:r>
              <a:rPr lang="en-US" dirty="0"/>
              <a:t>Identity Federation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txBody>
          <a:bodyPr/>
          <a:lstStyle/>
          <a:p>
            <a:r>
              <a:rPr lang="en-US" dirty="0"/>
              <a:t>Presentation by: </a:t>
            </a:r>
          </a:p>
          <a:p>
            <a:r>
              <a:rPr lang="en-US" dirty="0"/>
              <a:t>S.Suresh</a:t>
            </a:r>
          </a:p>
          <a:p>
            <a:r>
              <a:rPr lang="en-US" dirty="0" err="1"/>
              <a:t>CloudSIKSHA</a:t>
            </a:r>
            <a:endParaRPr lang="en-US" dirty="0"/>
          </a:p>
        </p:txBody>
      </p:sp>
      <p:pic>
        <p:nvPicPr>
          <p:cNvPr id="82" name="Picture Placeholder 81" descr="Abstract background of connected blue lines">
            <a:extLst>
              <a:ext uri="{FF2B5EF4-FFF2-40B4-BE49-F238E27FC236}">
                <a16:creationId xmlns:a16="http://schemas.microsoft.com/office/drawing/2014/main" id="{146F06CC-0FBA-25FB-03E4-AEA27BB636B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6062" r="26062"/>
          <a:stretch/>
        </p:blipFill>
        <p:spPr>
          <a:xfrm>
            <a:off x="0" y="-2235"/>
            <a:ext cx="5840730" cy="6862275"/>
          </a:xfr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2FFA-7720-4D93-ABA4-D885C9C9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/>
              <a:t>Identity Federation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655A3-C185-47F3-8274-1F4EB2D8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97" y="2108201"/>
            <a:ext cx="6512366" cy="37608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621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person and person looking at a computer screen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7" r="127"/>
          <a:stretch/>
        </p:blipFill>
        <p:spPr>
          <a:xfrm>
            <a:off x="-29499" y="-2236"/>
            <a:ext cx="6814124" cy="6871095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CD227D-A683-415D-A610-20912E1CEA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E11EC4-AF13-4A6E-A5E0-5A264B291FD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E5DFD21-F030-4913-A53B-53AB3DF1C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224</TotalTime>
  <Words>14</Words>
  <Application>Microsoft Office PowerPoint</Application>
  <PresentationFormat>Widescreen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Book Antiqua</vt:lpstr>
      <vt:lpstr>Calibri</vt:lpstr>
      <vt:lpstr>Century Gothic</vt:lpstr>
      <vt:lpstr>Courier New</vt:lpstr>
      <vt:lpstr>Garamond</vt:lpstr>
      <vt:lpstr>Rockwell</vt:lpstr>
      <vt:lpstr>Custom</vt:lpstr>
      <vt:lpstr>Identity Federation</vt:lpstr>
      <vt:lpstr>Identity Federation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CloudSiksha</dc:creator>
  <cp:lastModifiedBy>Suresh CloudSiksha</cp:lastModifiedBy>
  <cp:revision>11</cp:revision>
  <dcterms:created xsi:type="dcterms:W3CDTF">2026-02-08T06:33:58Z</dcterms:created>
  <dcterms:modified xsi:type="dcterms:W3CDTF">2026-02-08T10:50:44Z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