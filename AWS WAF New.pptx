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5" r:id="rId4"/>
  </p:sldMasterIdLst>
  <p:notesMasterIdLst>
    <p:notesMasterId r:id="rId10"/>
  </p:notesMasterIdLst>
  <p:handoutMasterIdLst>
    <p:handoutMasterId r:id="rId11"/>
  </p:handoutMasterIdLst>
  <p:sldIdLst>
    <p:sldId id="376" r:id="rId5"/>
    <p:sldId id="290" r:id="rId6"/>
    <p:sldId id="291" r:id="rId7"/>
    <p:sldId id="292" r:id="rId8"/>
    <p:sldId id="38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D0D"/>
    <a:srgbClr val="2C4A52"/>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howGuides="1">
      <p:cViewPr varScale="1">
        <p:scale>
          <a:sx n="70" d="100"/>
          <a:sy n="70" d="100"/>
        </p:scale>
        <p:origin x="1166" y="27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65" d="100"/>
          <a:sy n="65" d="100"/>
        </p:scale>
        <p:origin x="3082" y="3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ata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359FBA-E59C-4C38-89F2-03E179A4F6B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59EA688-BB58-431A-9EC1-91E7AB8DBF71}">
      <dgm:prSet/>
      <dgm:spPr/>
      <dgm:t>
        <a:bodyPr/>
        <a:lstStyle/>
        <a:p>
          <a:r>
            <a:rPr lang="en-US" dirty="0"/>
            <a:t>AWS WAF is a web application firewall that lets you monitor the HTTP(S) requests that are forwarded to an Amazon CloudFront distribution, an Amazon API Gateway API, AppSync or an Application Load Balancer</a:t>
          </a:r>
        </a:p>
      </dgm:t>
    </dgm:pt>
    <dgm:pt modelId="{69AAF187-D754-4C41-AE44-94E29BBEA725}" type="parTrans" cxnId="{817582BC-C54F-4885-B4DB-3FDBF20D3A9D}">
      <dgm:prSet/>
      <dgm:spPr/>
      <dgm:t>
        <a:bodyPr/>
        <a:lstStyle/>
        <a:p>
          <a:endParaRPr lang="en-US"/>
        </a:p>
      </dgm:t>
    </dgm:pt>
    <dgm:pt modelId="{C4ACAD58-0647-461D-9D0A-8356A2DF417F}" type="sibTrans" cxnId="{817582BC-C54F-4885-B4DB-3FDBF20D3A9D}">
      <dgm:prSet/>
      <dgm:spPr/>
      <dgm:t>
        <a:bodyPr/>
        <a:lstStyle/>
        <a:p>
          <a:endParaRPr lang="en-US"/>
        </a:p>
      </dgm:t>
    </dgm:pt>
    <dgm:pt modelId="{46E5FE0D-8143-4BA6-AE98-4ADAABF2F668}">
      <dgm:prSet/>
      <dgm:spPr/>
      <dgm:t>
        <a:bodyPr/>
        <a:lstStyle/>
        <a:p>
          <a:r>
            <a:rPr lang="en-US"/>
            <a:t>AWS WAF also lets you control access to your content. Based on conditions that you specify, such as the IP addresses that requests originate from or the values of query strings, an Amazon CloudFront distribution, an Amazon API Gateway API, or an Application Load Balancer responds to requests either with the requested content or with an HTTP 403 status code (Forbidden)</a:t>
          </a:r>
        </a:p>
      </dgm:t>
    </dgm:pt>
    <dgm:pt modelId="{C8B68349-78BA-4CB8-8BA1-18350CD11F3E}" type="parTrans" cxnId="{9495FB85-AA88-49D6-A18F-262DD0356541}">
      <dgm:prSet/>
      <dgm:spPr/>
      <dgm:t>
        <a:bodyPr/>
        <a:lstStyle/>
        <a:p>
          <a:endParaRPr lang="en-US"/>
        </a:p>
      </dgm:t>
    </dgm:pt>
    <dgm:pt modelId="{FD405180-FA82-449B-8BD4-35A8CAABCB41}" type="sibTrans" cxnId="{9495FB85-AA88-49D6-A18F-262DD0356541}">
      <dgm:prSet/>
      <dgm:spPr/>
      <dgm:t>
        <a:bodyPr/>
        <a:lstStyle/>
        <a:p>
          <a:endParaRPr lang="en-US"/>
        </a:p>
      </dgm:t>
    </dgm:pt>
    <dgm:pt modelId="{1481EB07-155E-4396-9753-783C8F06B1FE}" type="pres">
      <dgm:prSet presAssocID="{F3359FBA-E59C-4C38-89F2-03E179A4F6B4}" presName="root" presStyleCnt="0">
        <dgm:presLayoutVars>
          <dgm:dir/>
          <dgm:resizeHandles val="exact"/>
        </dgm:presLayoutVars>
      </dgm:prSet>
      <dgm:spPr/>
    </dgm:pt>
    <dgm:pt modelId="{FDE10180-24A9-428B-94BB-112BB8223A68}" type="pres">
      <dgm:prSet presAssocID="{859EA688-BB58-431A-9EC1-91E7AB8DBF71}" presName="compNode" presStyleCnt="0"/>
      <dgm:spPr/>
    </dgm:pt>
    <dgm:pt modelId="{CD7A5051-DC99-41AE-AB40-64A2A39F5CD4}" type="pres">
      <dgm:prSet presAssocID="{859EA688-BB58-431A-9EC1-91E7AB8DBF71}" presName="bgRect" presStyleLbl="bgShp" presStyleIdx="0" presStyleCnt="2"/>
      <dgm:spPr/>
    </dgm:pt>
    <dgm:pt modelId="{26C79E04-1CDA-43B9-B8FD-9635F406FE26}" type="pres">
      <dgm:prSet presAssocID="{859EA688-BB58-431A-9EC1-91E7AB8DBF7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147DDD81-7F58-4549-8142-19E151BAD504}" type="pres">
      <dgm:prSet presAssocID="{859EA688-BB58-431A-9EC1-91E7AB8DBF71}" presName="spaceRect" presStyleCnt="0"/>
      <dgm:spPr/>
    </dgm:pt>
    <dgm:pt modelId="{7D0A4982-441C-4865-BB30-0C0AE7AA07A7}" type="pres">
      <dgm:prSet presAssocID="{859EA688-BB58-431A-9EC1-91E7AB8DBF71}" presName="parTx" presStyleLbl="revTx" presStyleIdx="0" presStyleCnt="2">
        <dgm:presLayoutVars>
          <dgm:chMax val="0"/>
          <dgm:chPref val="0"/>
        </dgm:presLayoutVars>
      </dgm:prSet>
      <dgm:spPr/>
    </dgm:pt>
    <dgm:pt modelId="{DE921255-8C9D-4B0A-B277-B1ADB4A70BFF}" type="pres">
      <dgm:prSet presAssocID="{C4ACAD58-0647-461D-9D0A-8356A2DF417F}" presName="sibTrans" presStyleCnt="0"/>
      <dgm:spPr/>
    </dgm:pt>
    <dgm:pt modelId="{37EB5C1A-1DAB-4752-9A03-126F4B4D2B9B}" type="pres">
      <dgm:prSet presAssocID="{46E5FE0D-8143-4BA6-AE98-4ADAABF2F668}" presName="compNode" presStyleCnt="0"/>
      <dgm:spPr/>
    </dgm:pt>
    <dgm:pt modelId="{B50631F5-3900-4450-A15F-B58325CEEC8A}" type="pres">
      <dgm:prSet presAssocID="{46E5FE0D-8143-4BA6-AE98-4ADAABF2F668}" presName="bgRect" presStyleLbl="bgShp" presStyleIdx="1" presStyleCnt="2"/>
      <dgm:spPr/>
    </dgm:pt>
    <dgm:pt modelId="{E0228DF8-837F-46CE-90F9-37F1D36D9437}" type="pres">
      <dgm:prSet presAssocID="{46E5FE0D-8143-4BA6-AE98-4ADAABF2F66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2D7A1C07-C991-4BCB-939E-60808CB31BA2}" type="pres">
      <dgm:prSet presAssocID="{46E5FE0D-8143-4BA6-AE98-4ADAABF2F668}" presName="spaceRect" presStyleCnt="0"/>
      <dgm:spPr/>
    </dgm:pt>
    <dgm:pt modelId="{E606A791-2129-4ADD-BB0F-E30EA19E8721}" type="pres">
      <dgm:prSet presAssocID="{46E5FE0D-8143-4BA6-AE98-4ADAABF2F668}" presName="parTx" presStyleLbl="revTx" presStyleIdx="1" presStyleCnt="2">
        <dgm:presLayoutVars>
          <dgm:chMax val="0"/>
          <dgm:chPref val="0"/>
        </dgm:presLayoutVars>
      </dgm:prSet>
      <dgm:spPr/>
    </dgm:pt>
  </dgm:ptLst>
  <dgm:cxnLst>
    <dgm:cxn modelId="{9495FB85-AA88-49D6-A18F-262DD0356541}" srcId="{F3359FBA-E59C-4C38-89F2-03E179A4F6B4}" destId="{46E5FE0D-8143-4BA6-AE98-4ADAABF2F668}" srcOrd="1" destOrd="0" parTransId="{C8B68349-78BA-4CB8-8BA1-18350CD11F3E}" sibTransId="{FD405180-FA82-449B-8BD4-35A8CAABCB41}"/>
    <dgm:cxn modelId="{E7A91CA0-45C6-4FA2-AA6F-8981C094FFD2}" type="presOf" srcId="{F3359FBA-E59C-4C38-89F2-03E179A4F6B4}" destId="{1481EB07-155E-4396-9753-783C8F06B1FE}" srcOrd="0" destOrd="0" presId="urn:microsoft.com/office/officeart/2018/2/layout/IconVerticalSolidList"/>
    <dgm:cxn modelId="{817582BC-C54F-4885-B4DB-3FDBF20D3A9D}" srcId="{F3359FBA-E59C-4C38-89F2-03E179A4F6B4}" destId="{859EA688-BB58-431A-9EC1-91E7AB8DBF71}" srcOrd="0" destOrd="0" parTransId="{69AAF187-D754-4C41-AE44-94E29BBEA725}" sibTransId="{C4ACAD58-0647-461D-9D0A-8356A2DF417F}"/>
    <dgm:cxn modelId="{1E59EFCC-F2CB-44DF-B0AB-9BE9EDB22B74}" type="presOf" srcId="{859EA688-BB58-431A-9EC1-91E7AB8DBF71}" destId="{7D0A4982-441C-4865-BB30-0C0AE7AA07A7}" srcOrd="0" destOrd="0" presId="urn:microsoft.com/office/officeart/2018/2/layout/IconVerticalSolidList"/>
    <dgm:cxn modelId="{D83D15F6-6763-40E5-A345-01EFED8B8E7D}" type="presOf" srcId="{46E5FE0D-8143-4BA6-AE98-4ADAABF2F668}" destId="{E606A791-2129-4ADD-BB0F-E30EA19E8721}" srcOrd="0" destOrd="0" presId="urn:microsoft.com/office/officeart/2018/2/layout/IconVerticalSolidList"/>
    <dgm:cxn modelId="{151A629C-689A-4CB0-B069-7BA9552A6A6D}" type="presParOf" srcId="{1481EB07-155E-4396-9753-783C8F06B1FE}" destId="{FDE10180-24A9-428B-94BB-112BB8223A68}" srcOrd="0" destOrd="0" presId="urn:microsoft.com/office/officeart/2018/2/layout/IconVerticalSolidList"/>
    <dgm:cxn modelId="{3121D409-D1E1-45BB-B144-45B51651CFD9}" type="presParOf" srcId="{FDE10180-24A9-428B-94BB-112BB8223A68}" destId="{CD7A5051-DC99-41AE-AB40-64A2A39F5CD4}" srcOrd="0" destOrd="0" presId="urn:microsoft.com/office/officeart/2018/2/layout/IconVerticalSolidList"/>
    <dgm:cxn modelId="{35480A66-B742-4792-93E8-5239060FF8A4}" type="presParOf" srcId="{FDE10180-24A9-428B-94BB-112BB8223A68}" destId="{26C79E04-1CDA-43B9-B8FD-9635F406FE26}" srcOrd="1" destOrd="0" presId="urn:microsoft.com/office/officeart/2018/2/layout/IconVerticalSolidList"/>
    <dgm:cxn modelId="{D956F5EF-75B1-4FC9-9297-1A60385192E4}" type="presParOf" srcId="{FDE10180-24A9-428B-94BB-112BB8223A68}" destId="{147DDD81-7F58-4549-8142-19E151BAD504}" srcOrd="2" destOrd="0" presId="urn:microsoft.com/office/officeart/2018/2/layout/IconVerticalSolidList"/>
    <dgm:cxn modelId="{D11014F2-27B6-40F5-A87A-CA3C3CD63DEF}" type="presParOf" srcId="{FDE10180-24A9-428B-94BB-112BB8223A68}" destId="{7D0A4982-441C-4865-BB30-0C0AE7AA07A7}" srcOrd="3" destOrd="0" presId="urn:microsoft.com/office/officeart/2018/2/layout/IconVerticalSolidList"/>
    <dgm:cxn modelId="{4E68860D-777E-4EC3-B7CB-38181B2B3DB9}" type="presParOf" srcId="{1481EB07-155E-4396-9753-783C8F06B1FE}" destId="{DE921255-8C9D-4B0A-B277-B1ADB4A70BFF}" srcOrd="1" destOrd="0" presId="urn:microsoft.com/office/officeart/2018/2/layout/IconVerticalSolidList"/>
    <dgm:cxn modelId="{E7013F06-0238-4057-8066-E08176F478C2}" type="presParOf" srcId="{1481EB07-155E-4396-9753-783C8F06B1FE}" destId="{37EB5C1A-1DAB-4752-9A03-126F4B4D2B9B}" srcOrd="2" destOrd="0" presId="urn:microsoft.com/office/officeart/2018/2/layout/IconVerticalSolidList"/>
    <dgm:cxn modelId="{07D52F86-065F-446D-B3A9-6C348074766F}" type="presParOf" srcId="{37EB5C1A-1DAB-4752-9A03-126F4B4D2B9B}" destId="{B50631F5-3900-4450-A15F-B58325CEEC8A}" srcOrd="0" destOrd="0" presId="urn:microsoft.com/office/officeart/2018/2/layout/IconVerticalSolidList"/>
    <dgm:cxn modelId="{8B8EC3F1-E8D2-436C-94CD-69978A993866}" type="presParOf" srcId="{37EB5C1A-1DAB-4752-9A03-126F4B4D2B9B}" destId="{E0228DF8-837F-46CE-90F9-37F1D36D9437}" srcOrd="1" destOrd="0" presId="urn:microsoft.com/office/officeart/2018/2/layout/IconVerticalSolidList"/>
    <dgm:cxn modelId="{6DF7417F-03D0-4579-9BBA-39BA19C4BF82}" type="presParOf" srcId="{37EB5C1A-1DAB-4752-9A03-126F4B4D2B9B}" destId="{2D7A1C07-C991-4BCB-939E-60808CB31BA2}" srcOrd="2" destOrd="0" presId="urn:microsoft.com/office/officeart/2018/2/layout/IconVerticalSolidList"/>
    <dgm:cxn modelId="{AA216F55-9B06-4CCC-A3B2-98CF9CBFD852}" type="presParOf" srcId="{37EB5C1A-1DAB-4752-9A03-126F4B4D2B9B}" destId="{E606A791-2129-4ADD-BB0F-E30EA19E872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E5D5262-49BB-4F8B-8712-7645472EE613}" type="doc">
      <dgm:prSet loTypeId="urn:microsoft.com/office/officeart/2018/5/layout/CenteredIconLabelDescriptionList" loCatId="icon" qsTypeId="urn:microsoft.com/office/officeart/2005/8/quickstyle/simple1" qsCatId="simple" csTypeId="urn:microsoft.com/office/officeart/2005/8/colors/accent2_2" csCatId="accent2" phldr="1"/>
      <dgm:spPr/>
      <dgm:t>
        <a:bodyPr/>
        <a:lstStyle/>
        <a:p>
          <a:endParaRPr lang="en-US"/>
        </a:p>
      </dgm:t>
    </dgm:pt>
    <dgm:pt modelId="{D426A540-821C-4E1B-81E6-F3A528B9061A}">
      <dgm:prSet/>
      <dgm:spPr/>
      <dgm:t>
        <a:bodyPr/>
        <a:lstStyle/>
        <a:p>
          <a:pPr>
            <a:lnSpc>
              <a:spcPct val="100000"/>
            </a:lnSpc>
            <a:defRPr b="1"/>
          </a:pPr>
          <a:r>
            <a:rPr lang="en-US"/>
            <a:t>Web ACLs</a:t>
          </a:r>
        </a:p>
      </dgm:t>
    </dgm:pt>
    <dgm:pt modelId="{FE201915-5FAE-4900-BFB3-80C40D1FEF17}" type="parTrans" cxnId="{49DB56DF-131E-4D92-833B-FB0328D72DA4}">
      <dgm:prSet/>
      <dgm:spPr/>
      <dgm:t>
        <a:bodyPr/>
        <a:lstStyle/>
        <a:p>
          <a:endParaRPr lang="en-US"/>
        </a:p>
      </dgm:t>
    </dgm:pt>
    <dgm:pt modelId="{CDFE0AA1-177C-4D5E-ADE5-0A7B46C67421}" type="sibTrans" cxnId="{49DB56DF-131E-4D92-833B-FB0328D72DA4}">
      <dgm:prSet/>
      <dgm:spPr/>
      <dgm:t>
        <a:bodyPr/>
        <a:lstStyle/>
        <a:p>
          <a:endParaRPr lang="en-US"/>
        </a:p>
      </dgm:t>
    </dgm:pt>
    <dgm:pt modelId="{F3C770F5-B461-446D-AE7F-60529FEFC0D6}">
      <dgm:prSet/>
      <dgm:spPr/>
      <dgm:t>
        <a:bodyPr/>
        <a:lstStyle/>
        <a:p>
          <a:pPr>
            <a:lnSpc>
              <a:spcPct val="100000"/>
            </a:lnSpc>
          </a:pPr>
          <a:r>
            <a:rPr lang="en-US"/>
            <a:t>You use a web access control list (ACL) to protect a set of AWS resources. You create a web ACL and define its protection strategy by adding rules</a:t>
          </a:r>
        </a:p>
      </dgm:t>
    </dgm:pt>
    <dgm:pt modelId="{5DE259B8-F6C9-423D-AA0F-D75E26DF4EDF}" type="parTrans" cxnId="{2813D7CC-92E5-4F4D-8298-FFA87C31F467}">
      <dgm:prSet/>
      <dgm:spPr/>
      <dgm:t>
        <a:bodyPr/>
        <a:lstStyle/>
        <a:p>
          <a:endParaRPr lang="en-US"/>
        </a:p>
      </dgm:t>
    </dgm:pt>
    <dgm:pt modelId="{0FF786E6-933A-4286-B580-2CAFE7C72836}" type="sibTrans" cxnId="{2813D7CC-92E5-4F4D-8298-FFA87C31F467}">
      <dgm:prSet/>
      <dgm:spPr/>
      <dgm:t>
        <a:bodyPr/>
        <a:lstStyle/>
        <a:p>
          <a:endParaRPr lang="en-US"/>
        </a:p>
      </dgm:t>
    </dgm:pt>
    <dgm:pt modelId="{4BC83D87-8AB0-42A7-B4B9-5DD5AD87927E}">
      <dgm:prSet/>
      <dgm:spPr/>
      <dgm:t>
        <a:bodyPr/>
        <a:lstStyle/>
        <a:p>
          <a:pPr>
            <a:lnSpc>
              <a:spcPct val="100000"/>
            </a:lnSpc>
            <a:defRPr b="1"/>
          </a:pPr>
          <a:r>
            <a:rPr lang="en-US"/>
            <a:t>Rules</a:t>
          </a:r>
        </a:p>
      </dgm:t>
    </dgm:pt>
    <dgm:pt modelId="{F9C586E6-CBE1-404C-B5E5-8651C1700DFA}" type="parTrans" cxnId="{87011A77-EF4E-4586-AEA9-48EF3F57F395}">
      <dgm:prSet/>
      <dgm:spPr/>
      <dgm:t>
        <a:bodyPr/>
        <a:lstStyle/>
        <a:p>
          <a:endParaRPr lang="en-US"/>
        </a:p>
      </dgm:t>
    </dgm:pt>
    <dgm:pt modelId="{FFF9ADA9-EC63-4FCA-B5A6-315AE7113A06}" type="sibTrans" cxnId="{87011A77-EF4E-4586-AEA9-48EF3F57F395}">
      <dgm:prSet/>
      <dgm:spPr/>
      <dgm:t>
        <a:bodyPr/>
        <a:lstStyle/>
        <a:p>
          <a:endParaRPr lang="en-US"/>
        </a:p>
      </dgm:t>
    </dgm:pt>
    <dgm:pt modelId="{62FC1298-E18C-4C25-B193-D7101BEAD0A3}">
      <dgm:prSet/>
      <dgm:spPr/>
      <dgm:t>
        <a:bodyPr/>
        <a:lstStyle/>
        <a:p>
          <a:pPr>
            <a:lnSpc>
              <a:spcPct val="100000"/>
            </a:lnSpc>
          </a:pPr>
          <a:r>
            <a:rPr lang="en-US"/>
            <a:t>Each rule contains a statement that defines the inspection criteria, and an action to take if a web request meets the criteria</a:t>
          </a:r>
        </a:p>
      </dgm:t>
    </dgm:pt>
    <dgm:pt modelId="{20E4CFE3-6338-4B83-8972-A88258E156F3}" type="parTrans" cxnId="{72066DEC-9FFD-413C-B9C7-19EE130CA8D4}">
      <dgm:prSet/>
      <dgm:spPr/>
      <dgm:t>
        <a:bodyPr/>
        <a:lstStyle/>
        <a:p>
          <a:endParaRPr lang="en-US"/>
        </a:p>
      </dgm:t>
    </dgm:pt>
    <dgm:pt modelId="{BC5B5A25-7C6D-4AB3-909E-CEF61AD51111}" type="sibTrans" cxnId="{72066DEC-9FFD-413C-B9C7-19EE130CA8D4}">
      <dgm:prSet/>
      <dgm:spPr/>
      <dgm:t>
        <a:bodyPr/>
        <a:lstStyle/>
        <a:p>
          <a:endParaRPr lang="en-US"/>
        </a:p>
      </dgm:t>
    </dgm:pt>
    <dgm:pt modelId="{B43AA368-F16C-4673-8138-C2859CC3040E}">
      <dgm:prSet/>
      <dgm:spPr/>
      <dgm:t>
        <a:bodyPr/>
        <a:lstStyle/>
        <a:p>
          <a:pPr>
            <a:lnSpc>
              <a:spcPct val="100000"/>
            </a:lnSpc>
            <a:defRPr b="1"/>
          </a:pPr>
          <a:r>
            <a:rPr lang="en-US"/>
            <a:t>Rule Groups</a:t>
          </a:r>
        </a:p>
      </dgm:t>
    </dgm:pt>
    <dgm:pt modelId="{4A1455C5-58FC-4C43-B8ED-26DEDCFB55B2}" type="parTrans" cxnId="{A6176124-9718-4E8C-BEC6-ADB73EAA0A0A}">
      <dgm:prSet/>
      <dgm:spPr/>
      <dgm:t>
        <a:bodyPr/>
        <a:lstStyle/>
        <a:p>
          <a:endParaRPr lang="en-US"/>
        </a:p>
      </dgm:t>
    </dgm:pt>
    <dgm:pt modelId="{E8A276A1-041D-40EA-B156-96E1C41614E9}" type="sibTrans" cxnId="{A6176124-9718-4E8C-BEC6-ADB73EAA0A0A}">
      <dgm:prSet/>
      <dgm:spPr/>
      <dgm:t>
        <a:bodyPr/>
        <a:lstStyle/>
        <a:p>
          <a:endParaRPr lang="en-US"/>
        </a:p>
      </dgm:t>
    </dgm:pt>
    <dgm:pt modelId="{A944FD7D-613E-4043-98B0-2152E21FA6BB}">
      <dgm:prSet/>
      <dgm:spPr/>
      <dgm:t>
        <a:bodyPr/>
        <a:lstStyle/>
        <a:p>
          <a:pPr>
            <a:lnSpc>
              <a:spcPct val="100000"/>
            </a:lnSpc>
          </a:pPr>
          <a:r>
            <a:rPr lang="en-US"/>
            <a:t>You can use rules individually or in reusable rule groups</a:t>
          </a:r>
        </a:p>
      </dgm:t>
    </dgm:pt>
    <dgm:pt modelId="{621172E6-CEC1-4BCA-8094-10EEA2C75D12}" type="parTrans" cxnId="{E058BBB0-E879-4286-90AF-C37140CB747A}">
      <dgm:prSet/>
      <dgm:spPr/>
      <dgm:t>
        <a:bodyPr/>
        <a:lstStyle/>
        <a:p>
          <a:endParaRPr lang="en-US"/>
        </a:p>
      </dgm:t>
    </dgm:pt>
    <dgm:pt modelId="{82EC2CFA-3FFE-40AD-8C35-9734938030DE}" type="sibTrans" cxnId="{E058BBB0-E879-4286-90AF-C37140CB747A}">
      <dgm:prSet/>
      <dgm:spPr/>
      <dgm:t>
        <a:bodyPr/>
        <a:lstStyle/>
        <a:p>
          <a:endParaRPr lang="en-US"/>
        </a:p>
      </dgm:t>
    </dgm:pt>
    <dgm:pt modelId="{ED4B5393-AE45-460F-B768-9C11E3485DF9}" type="pres">
      <dgm:prSet presAssocID="{8E5D5262-49BB-4F8B-8712-7645472EE613}" presName="root" presStyleCnt="0">
        <dgm:presLayoutVars>
          <dgm:dir/>
          <dgm:resizeHandles val="exact"/>
        </dgm:presLayoutVars>
      </dgm:prSet>
      <dgm:spPr/>
    </dgm:pt>
    <dgm:pt modelId="{F8AC3A5A-FBF1-45E3-A8DB-2853C4F781A4}" type="pres">
      <dgm:prSet presAssocID="{D426A540-821C-4E1B-81E6-F3A528B9061A}" presName="compNode" presStyleCnt="0"/>
      <dgm:spPr/>
    </dgm:pt>
    <dgm:pt modelId="{7274DD9E-DCD0-4CA2-A491-FB1A07CAEADD}" type="pres">
      <dgm:prSet presAssocID="{D426A540-821C-4E1B-81E6-F3A528B9061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90592940-C6A5-4687-BF7E-BBA1F6BA4C1D}" type="pres">
      <dgm:prSet presAssocID="{D426A540-821C-4E1B-81E6-F3A528B9061A}" presName="iconSpace" presStyleCnt="0"/>
      <dgm:spPr/>
    </dgm:pt>
    <dgm:pt modelId="{E96CC2A0-78A0-481F-B82F-1F158299B293}" type="pres">
      <dgm:prSet presAssocID="{D426A540-821C-4E1B-81E6-F3A528B9061A}" presName="parTx" presStyleLbl="revTx" presStyleIdx="0" presStyleCnt="6">
        <dgm:presLayoutVars>
          <dgm:chMax val="0"/>
          <dgm:chPref val="0"/>
        </dgm:presLayoutVars>
      </dgm:prSet>
      <dgm:spPr/>
    </dgm:pt>
    <dgm:pt modelId="{AEA2E08F-1714-461A-947C-79D0DB86B062}" type="pres">
      <dgm:prSet presAssocID="{D426A540-821C-4E1B-81E6-F3A528B9061A}" presName="txSpace" presStyleCnt="0"/>
      <dgm:spPr/>
    </dgm:pt>
    <dgm:pt modelId="{2A1DB127-4CE5-403F-8AA5-FE15CCD5455E}" type="pres">
      <dgm:prSet presAssocID="{D426A540-821C-4E1B-81E6-F3A528B9061A}" presName="desTx" presStyleLbl="revTx" presStyleIdx="1" presStyleCnt="6">
        <dgm:presLayoutVars/>
      </dgm:prSet>
      <dgm:spPr/>
    </dgm:pt>
    <dgm:pt modelId="{5AEA3046-4552-475E-8509-36CA7C20EA0C}" type="pres">
      <dgm:prSet presAssocID="{CDFE0AA1-177C-4D5E-ADE5-0A7B46C67421}" presName="sibTrans" presStyleCnt="0"/>
      <dgm:spPr/>
    </dgm:pt>
    <dgm:pt modelId="{8317F42B-5EB9-459F-BF88-77F89DFD218D}" type="pres">
      <dgm:prSet presAssocID="{4BC83D87-8AB0-42A7-B4B9-5DD5AD87927E}" presName="compNode" presStyleCnt="0"/>
      <dgm:spPr/>
    </dgm:pt>
    <dgm:pt modelId="{6C2D998E-B636-4541-AD4A-C0B65DF6BA38}" type="pres">
      <dgm:prSet presAssocID="{4BC83D87-8AB0-42A7-B4B9-5DD5AD87927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esentation with Checklist"/>
        </a:ext>
      </dgm:extLst>
    </dgm:pt>
    <dgm:pt modelId="{214F8AB1-D8B9-41A4-A93A-61B18C3DAF99}" type="pres">
      <dgm:prSet presAssocID="{4BC83D87-8AB0-42A7-B4B9-5DD5AD87927E}" presName="iconSpace" presStyleCnt="0"/>
      <dgm:spPr/>
    </dgm:pt>
    <dgm:pt modelId="{2008DF41-4259-485C-A85D-EC3FB57FA557}" type="pres">
      <dgm:prSet presAssocID="{4BC83D87-8AB0-42A7-B4B9-5DD5AD87927E}" presName="parTx" presStyleLbl="revTx" presStyleIdx="2" presStyleCnt="6">
        <dgm:presLayoutVars>
          <dgm:chMax val="0"/>
          <dgm:chPref val="0"/>
        </dgm:presLayoutVars>
      </dgm:prSet>
      <dgm:spPr/>
    </dgm:pt>
    <dgm:pt modelId="{DAA8449C-7F9A-4507-8DD4-FB9836EA987A}" type="pres">
      <dgm:prSet presAssocID="{4BC83D87-8AB0-42A7-B4B9-5DD5AD87927E}" presName="txSpace" presStyleCnt="0"/>
      <dgm:spPr/>
    </dgm:pt>
    <dgm:pt modelId="{4762C539-C6E6-4A3F-9114-C59568E14825}" type="pres">
      <dgm:prSet presAssocID="{4BC83D87-8AB0-42A7-B4B9-5DD5AD87927E}" presName="desTx" presStyleLbl="revTx" presStyleIdx="3" presStyleCnt="6">
        <dgm:presLayoutVars/>
      </dgm:prSet>
      <dgm:spPr/>
    </dgm:pt>
    <dgm:pt modelId="{342808A5-77A5-48B1-881C-AA4AC3F7BEBC}" type="pres">
      <dgm:prSet presAssocID="{FFF9ADA9-EC63-4FCA-B5A6-315AE7113A06}" presName="sibTrans" presStyleCnt="0"/>
      <dgm:spPr/>
    </dgm:pt>
    <dgm:pt modelId="{1A3885C5-155C-47E5-B162-780CE478951D}" type="pres">
      <dgm:prSet presAssocID="{B43AA368-F16C-4673-8138-C2859CC3040E}" presName="compNode" presStyleCnt="0"/>
      <dgm:spPr/>
    </dgm:pt>
    <dgm:pt modelId="{43DE3524-DCB5-4F26-85CA-6416215A5686}" type="pres">
      <dgm:prSet presAssocID="{B43AA368-F16C-4673-8138-C2859CC3040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36525FFA-F02F-4D5C-80F6-803BAF0F88A1}" type="pres">
      <dgm:prSet presAssocID="{B43AA368-F16C-4673-8138-C2859CC3040E}" presName="iconSpace" presStyleCnt="0"/>
      <dgm:spPr/>
    </dgm:pt>
    <dgm:pt modelId="{75AB0334-337D-412A-98E0-9AD759DFC389}" type="pres">
      <dgm:prSet presAssocID="{B43AA368-F16C-4673-8138-C2859CC3040E}" presName="parTx" presStyleLbl="revTx" presStyleIdx="4" presStyleCnt="6">
        <dgm:presLayoutVars>
          <dgm:chMax val="0"/>
          <dgm:chPref val="0"/>
        </dgm:presLayoutVars>
      </dgm:prSet>
      <dgm:spPr/>
    </dgm:pt>
    <dgm:pt modelId="{52C85EEA-794C-46D0-BFA8-18BB77892144}" type="pres">
      <dgm:prSet presAssocID="{B43AA368-F16C-4673-8138-C2859CC3040E}" presName="txSpace" presStyleCnt="0"/>
      <dgm:spPr/>
    </dgm:pt>
    <dgm:pt modelId="{193A6EE2-55FB-4BB4-8462-565D128EA43B}" type="pres">
      <dgm:prSet presAssocID="{B43AA368-F16C-4673-8138-C2859CC3040E}" presName="desTx" presStyleLbl="revTx" presStyleIdx="5" presStyleCnt="6">
        <dgm:presLayoutVars/>
      </dgm:prSet>
      <dgm:spPr/>
    </dgm:pt>
  </dgm:ptLst>
  <dgm:cxnLst>
    <dgm:cxn modelId="{A6176124-9718-4E8C-BEC6-ADB73EAA0A0A}" srcId="{8E5D5262-49BB-4F8B-8712-7645472EE613}" destId="{B43AA368-F16C-4673-8138-C2859CC3040E}" srcOrd="2" destOrd="0" parTransId="{4A1455C5-58FC-4C43-B8ED-26DEDCFB55B2}" sibTransId="{E8A276A1-041D-40EA-B156-96E1C41614E9}"/>
    <dgm:cxn modelId="{4D087526-9631-40DB-9A59-D02BF143A1AB}" type="presOf" srcId="{8E5D5262-49BB-4F8B-8712-7645472EE613}" destId="{ED4B5393-AE45-460F-B768-9C11E3485DF9}" srcOrd="0" destOrd="0" presId="urn:microsoft.com/office/officeart/2018/5/layout/CenteredIconLabelDescriptionList"/>
    <dgm:cxn modelId="{02961040-6696-4A00-AD80-7015235E0CEC}" type="presOf" srcId="{D426A540-821C-4E1B-81E6-F3A528B9061A}" destId="{E96CC2A0-78A0-481F-B82F-1F158299B293}" srcOrd="0" destOrd="0" presId="urn:microsoft.com/office/officeart/2018/5/layout/CenteredIconLabelDescriptionList"/>
    <dgm:cxn modelId="{87011A77-EF4E-4586-AEA9-48EF3F57F395}" srcId="{8E5D5262-49BB-4F8B-8712-7645472EE613}" destId="{4BC83D87-8AB0-42A7-B4B9-5DD5AD87927E}" srcOrd="1" destOrd="0" parTransId="{F9C586E6-CBE1-404C-B5E5-8651C1700DFA}" sibTransId="{FFF9ADA9-EC63-4FCA-B5A6-315AE7113A06}"/>
    <dgm:cxn modelId="{F4A83359-24CB-418C-93DB-2CEEA52F6EB0}" type="presOf" srcId="{4BC83D87-8AB0-42A7-B4B9-5DD5AD87927E}" destId="{2008DF41-4259-485C-A85D-EC3FB57FA557}" srcOrd="0" destOrd="0" presId="urn:microsoft.com/office/officeart/2018/5/layout/CenteredIconLabelDescriptionList"/>
    <dgm:cxn modelId="{83F33B89-9659-48D1-978F-D03A056C0FB7}" type="presOf" srcId="{62FC1298-E18C-4C25-B193-D7101BEAD0A3}" destId="{4762C539-C6E6-4A3F-9114-C59568E14825}" srcOrd="0" destOrd="0" presId="urn:microsoft.com/office/officeart/2018/5/layout/CenteredIconLabelDescriptionList"/>
    <dgm:cxn modelId="{86771896-F99C-4283-846D-1DBB9937FDDB}" type="presOf" srcId="{A944FD7D-613E-4043-98B0-2152E21FA6BB}" destId="{193A6EE2-55FB-4BB4-8462-565D128EA43B}" srcOrd="0" destOrd="0" presId="urn:microsoft.com/office/officeart/2018/5/layout/CenteredIconLabelDescriptionList"/>
    <dgm:cxn modelId="{66D4D5A8-4E09-417A-A03F-BFDAE9D57AFB}" type="presOf" srcId="{B43AA368-F16C-4673-8138-C2859CC3040E}" destId="{75AB0334-337D-412A-98E0-9AD759DFC389}" srcOrd="0" destOrd="0" presId="urn:microsoft.com/office/officeart/2018/5/layout/CenteredIconLabelDescriptionList"/>
    <dgm:cxn modelId="{785413AA-79DC-4881-ABCF-CEEB3F654C74}" type="presOf" srcId="{F3C770F5-B461-446D-AE7F-60529FEFC0D6}" destId="{2A1DB127-4CE5-403F-8AA5-FE15CCD5455E}" srcOrd="0" destOrd="0" presId="urn:microsoft.com/office/officeart/2018/5/layout/CenteredIconLabelDescriptionList"/>
    <dgm:cxn modelId="{E058BBB0-E879-4286-90AF-C37140CB747A}" srcId="{B43AA368-F16C-4673-8138-C2859CC3040E}" destId="{A944FD7D-613E-4043-98B0-2152E21FA6BB}" srcOrd="0" destOrd="0" parTransId="{621172E6-CEC1-4BCA-8094-10EEA2C75D12}" sibTransId="{82EC2CFA-3FFE-40AD-8C35-9734938030DE}"/>
    <dgm:cxn modelId="{2813D7CC-92E5-4F4D-8298-FFA87C31F467}" srcId="{D426A540-821C-4E1B-81E6-F3A528B9061A}" destId="{F3C770F5-B461-446D-AE7F-60529FEFC0D6}" srcOrd="0" destOrd="0" parTransId="{5DE259B8-F6C9-423D-AA0F-D75E26DF4EDF}" sibTransId="{0FF786E6-933A-4286-B580-2CAFE7C72836}"/>
    <dgm:cxn modelId="{49DB56DF-131E-4D92-833B-FB0328D72DA4}" srcId="{8E5D5262-49BB-4F8B-8712-7645472EE613}" destId="{D426A540-821C-4E1B-81E6-F3A528B9061A}" srcOrd="0" destOrd="0" parTransId="{FE201915-5FAE-4900-BFB3-80C40D1FEF17}" sibTransId="{CDFE0AA1-177C-4D5E-ADE5-0A7B46C67421}"/>
    <dgm:cxn modelId="{72066DEC-9FFD-413C-B9C7-19EE130CA8D4}" srcId="{4BC83D87-8AB0-42A7-B4B9-5DD5AD87927E}" destId="{62FC1298-E18C-4C25-B193-D7101BEAD0A3}" srcOrd="0" destOrd="0" parTransId="{20E4CFE3-6338-4B83-8972-A88258E156F3}" sibTransId="{BC5B5A25-7C6D-4AB3-909E-CEF61AD51111}"/>
    <dgm:cxn modelId="{3D794542-E54D-4713-9425-4921AF2CC07F}" type="presParOf" srcId="{ED4B5393-AE45-460F-B768-9C11E3485DF9}" destId="{F8AC3A5A-FBF1-45E3-A8DB-2853C4F781A4}" srcOrd="0" destOrd="0" presId="urn:microsoft.com/office/officeart/2018/5/layout/CenteredIconLabelDescriptionList"/>
    <dgm:cxn modelId="{E23C348C-7DE6-43E2-B318-49F485B65245}" type="presParOf" srcId="{F8AC3A5A-FBF1-45E3-A8DB-2853C4F781A4}" destId="{7274DD9E-DCD0-4CA2-A491-FB1A07CAEADD}" srcOrd="0" destOrd="0" presId="urn:microsoft.com/office/officeart/2018/5/layout/CenteredIconLabelDescriptionList"/>
    <dgm:cxn modelId="{A1CDC3F1-E4D7-4666-95DE-C94BB7B112F5}" type="presParOf" srcId="{F8AC3A5A-FBF1-45E3-A8DB-2853C4F781A4}" destId="{90592940-C6A5-4687-BF7E-BBA1F6BA4C1D}" srcOrd="1" destOrd="0" presId="urn:microsoft.com/office/officeart/2018/5/layout/CenteredIconLabelDescriptionList"/>
    <dgm:cxn modelId="{9287AD1C-CE60-4179-8958-B4982817E96B}" type="presParOf" srcId="{F8AC3A5A-FBF1-45E3-A8DB-2853C4F781A4}" destId="{E96CC2A0-78A0-481F-B82F-1F158299B293}" srcOrd="2" destOrd="0" presId="urn:microsoft.com/office/officeart/2018/5/layout/CenteredIconLabelDescriptionList"/>
    <dgm:cxn modelId="{77F810C3-AEF5-46CE-9CC2-289BE8469EEE}" type="presParOf" srcId="{F8AC3A5A-FBF1-45E3-A8DB-2853C4F781A4}" destId="{AEA2E08F-1714-461A-947C-79D0DB86B062}" srcOrd="3" destOrd="0" presId="urn:microsoft.com/office/officeart/2018/5/layout/CenteredIconLabelDescriptionList"/>
    <dgm:cxn modelId="{44E23AAA-3F9B-4BF6-A60F-B45E57F1AF7F}" type="presParOf" srcId="{F8AC3A5A-FBF1-45E3-A8DB-2853C4F781A4}" destId="{2A1DB127-4CE5-403F-8AA5-FE15CCD5455E}" srcOrd="4" destOrd="0" presId="urn:microsoft.com/office/officeart/2018/5/layout/CenteredIconLabelDescriptionList"/>
    <dgm:cxn modelId="{4446604C-8904-416F-A941-90BCF6A23817}" type="presParOf" srcId="{ED4B5393-AE45-460F-B768-9C11E3485DF9}" destId="{5AEA3046-4552-475E-8509-36CA7C20EA0C}" srcOrd="1" destOrd="0" presId="urn:microsoft.com/office/officeart/2018/5/layout/CenteredIconLabelDescriptionList"/>
    <dgm:cxn modelId="{847600E9-279D-4713-996E-CF3145C82270}" type="presParOf" srcId="{ED4B5393-AE45-460F-B768-9C11E3485DF9}" destId="{8317F42B-5EB9-459F-BF88-77F89DFD218D}" srcOrd="2" destOrd="0" presId="urn:microsoft.com/office/officeart/2018/5/layout/CenteredIconLabelDescriptionList"/>
    <dgm:cxn modelId="{527992BD-AB0E-49C6-A798-2C3B8C849629}" type="presParOf" srcId="{8317F42B-5EB9-459F-BF88-77F89DFD218D}" destId="{6C2D998E-B636-4541-AD4A-C0B65DF6BA38}" srcOrd="0" destOrd="0" presId="urn:microsoft.com/office/officeart/2018/5/layout/CenteredIconLabelDescriptionList"/>
    <dgm:cxn modelId="{14CE4A8C-3295-4A9B-8C62-331AB4FB58C3}" type="presParOf" srcId="{8317F42B-5EB9-459F-BF88-77F89DFD218D}" destId="{214F8AB1-D8B9-41A4-A93A-61B18C3DAF99}" srcOrd="1" destOrd="0" presId="urn:microsoft.com/office/officeart/2018/5/layout/CenteredIconLabelDescriptionList"/>
    <dgm:cxn modelId="{BCFA55B1-AF0D-4B1D-BE3C-DE6FD639CEA0}" type="presParOf" srcId="{8317F42B-5EB9-459F-BF88-77F89DFD218D}" destId="{2008DF41-4259-485C-A85D-EC3FB57FA557}" srcOrd="2" destOrd="0" presId="urn:microsoft.com/office/officeart/2018/5/layout/CenteredIconLabelDescriptionList"/>
    <dgm:cxn modelId="{E9A88265-FDCE-45E3-916F-D1B85D79612F}" type="presParOf" srcId="{8317F42B-5EB9-459F-BF88-77F89DFD218D}" destId="{DAA8449C-7F9A-4507-8DD4-FB9836EA987A}" srcOrd="3" destOrd="0" presId="urn:microsoft.com/office/officeart/2018/5/layout/CenteredIconLabelDescriptionList"/>
    <dgm:cxn modelId="{9280D285-13D3-449A-B93D-F4F08FF562C1}" type="presParOf" srcId="{8317F42B-5EB9-459F-BF88-77F89DFD218D}" destId="{4762C539-C6E6-4A3F-9114-C59568E14825}" srcOrd="4" destOrd="0" presId="urn:microsoft.com/office/officeart/2018/5/layout/CenteredIconLabelDescriptionList"/>
    <dgm:cxn modelId="{30D56FDE-DFF7-4A3C-BC8D-38513AC2033E}" type="presParOf" srcId="{ED4B5393-AE45-460F-B768-9C11E3485DF9}" destId="{342808A5-77A5-48B1-881C-AA4AC3F7BEBC}" srcOrd="3" destOrd="0" presId="urn:microsoft.com/office/officeart/2018/5/layout/CenteredIconLabelDescriptionList"/>
    <dgm:cxn modelId="{DA10984A-03F4-42DC-8C82-F85CC3FA24EC}" type="presParOf" srcId="{ED4B5393-AE45-460F-B768-9C11E3485DF9}" destId="{1A3885C5-155C-47E5-B162-780CE478951D}" srcOrd="4" destOrd="0" presId="urn:microsoft.com/office/officeart/2018/5/layout/CenteredIconLabelDescriptionList"/>
    <dgm:cxn modelId="{67B0A493-A023-485D-90D0-2108153CEA66}" type="presParOf" srcId="{1A3885C5-155C-47E5-B162-780CE478951D}" destId="{43DE3524-DCB5-4F26-85CA-6416215A5686}" srcOrd="0" destOrd="0" presId="urn:microsoft.com/office/officeart/2018/5/layout/CenteredIconLabelDescriptionList"/>
    <dgm:cxn modelId="{93252F21-2211-4020-83F3-3EA8EC9EE3BC}" type="presParOf" srcId="{1A3885C5-155C-47E5-B162-780CE478951D}" destId="{36525FFA-F02F-4D5C-80F6-803BAF0F88A1}" srcOrd="1" destOrd="0" presId="urn:microsoft.com/office/officeart/2018/5/layout/CenteredIconLabelDescriptionList"/>
    <dgm:cxn modelId="{0D669652-EA9B-443F-A1DF-251D51EFB7BE}" type="presParOf" srcId="{1A3885C5-155C-47E5-B162-780CE478951D}" destId="{75AB0334-337D-412A-98E0-9AD759DFC389}" srcOrd="2" destOrd="0" presId="urn:microsoft.com/office/officeart/2018/5/layout/CenteredIconLabelDescriptionList"/>
    <dgm:cxn modelId="{DE65D8D4-5DBF-49F4-8490-E52776833987}" type="presParOf" srcId="{1A3885C5-155C-47E5-B162-780CE478951D}" destId="{52C85EEA-794C-46D0-BFA8-18BB77892144}" srcOrd="3" destOrd="0" presId="urn:microsoft.com/office/officeart/2018/5/layout/CenteredIconLabelDescriptionList"/>
    <dgm:cxn modelId="{7DF310EC-1AF9-4590-8082-460C9E0536D2}" type="presParOf" srcId="{1A3885C5-155C-47E5-B162-780CE478951D}" destId="{193A6EE2-55FB-4BB4-8462-565D128EA43B}"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7A5051-DC99-41AE-AB40-64A2A39F5CD4}">
      <dsp:nvSpPr>
        <dsp:cNvPr id="0" name=""/>
        <dsp:cNvSpPr/>
      </dsp:nvSpPr>
      <dsp:spPr>
        <a:xfrm>
          <a:off x="0" y="611144"/>
          <a:ext cx="10058399" cy="11282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C79E04-1CDA-43B9-B8FD-9635F406FE26}">
      <dsp:nvSpPr>
        <dsp:cNvPr id="0" name=""/>
        <dsp:cNvSpPr/>
      </dsp:nvSpPr>
      <dsp:spPr>
        <a:xfrm>
          <a:off x="341300" y="865004"/>
          <a:ext cx="620547" cy="6205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D0A4982-441C-4865-BB30-0C0AE7AA07A7}">
      <dsp:nvSpPr>
        <dsp:cNvPr id="0" name=""/>
        <dsp:cNvSpPr/>
      </dsp:nvSpPr>
      <dsp:spPr>
        <a:xfrm>
          <a:off x="1303148" y="611144"/>
          <a:ext cx="8755251" cy="1128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408" tIns="119408" rIns="119408" bIns="119408" numCol="1" spcCol="1270" anchor="ctr" anchorCtr="0">
          <a:noAutofit/>
        </a:bodyPr>
        <a:lstStyle/>
        <a:p>
          <a:pPr marL="0" lvl="0" indent="0" algn="l" defTabSz="622300">
            <a:lnSpc>
              <a:spcPct val="90000"/>
            </a:lnSpc>
            <a:spcBef>
              <a:spcPct val="0"/>
            </a:spcBef>
            <a:spcAft>
              <a:spcPct val="35000"/>
            </a:spcAft>
            <a:buNone/>
          </a:pPr>
          <a:r>
            <a:rPr lang="en-US" sz="1400" kern="1200" dirty="0"/>
            <a:t>AWS WAF is a web application firewall that lets you monitor the HTTP(S) requests that are forwarded to an Amazon CloudFront distribution, an Amazon API Gateway API, AppSync or an Application Load Balancer</a:t>
          </a:r>
        </a:p>
      </dsp:txBody>
      <dsp:txXfrm>
        <a:off x="1303148" y="611144"/>
        <a:ext cx="8755251" cy="1128267"/>
      </dsp:txXfrm>
    </dsp:sp>
    <dsp:sp modelId="{B50631F5-3900-4450-A15F-B58325CEEC8A}">
      <dsp:nvSpPr>
        <dsp:cNvPr id="0" name=""/>
        <dsp:cNvSpPr/>
      </dsp:nvSpPr>
      <dsp:spPr>
        <a:xfrm>
          <a:off x="0" y="2021478"/>
          <a:ext cx="10058399" cy="11282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228DF8-837F-46CE-90F9-37F1D36D9437}">
      <dsp:nvSpPr>
        <dsp:cNvPr id="0" name=""/>
        <dsp:cNvSpPr/>
      </dsp:nvSpPr>
      <dsp:spPr>
        <a:xfrm>
          <a:off x="341300" y="2275339"/>
          <a:ext cx="620547" cy="6205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606A791-2129-4ADD-BB0F-E30EA19E8721}">
      <dsp:nvSpPr>
        <dsp:cNvPr id="0" name=""/>
        <dsp:cNvSpPr/>
      </dsp:nvSpPr>
      <dsp:spPr>
        <a:xfrm>
          <a:off x="1303148" y="2021478"/>
          <a:ext cx="8755251" cy="1128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408" tIns="119408" rIns="119408" bIns="119408" numCol="1" spcCol="1270" anchor="ctr" anchorCtr="0">
          <a:noAutofit/>
        </a:bodyPr>
        <a:lstStyle/>
        <a:p>
          <a:pPr marL="0" lvl="0" indent="0" algn="l" defTabSz="622300">
            <a:lnSpc>
              <a:spcPct val="90000"/>
            </a:lnSpc>
            <a:spcBef>
              <a:spcPct val="0"/>
            </a:spcBef>
            <a:spcAft>
              <a:spcPct val="35000"/>
            </a:spcAft>
            <a:buNone/>
          </a:pPr>
          <a:r>
            <a:rPr lang="en-US" sz="1400" kern="1200"/>
            <a:t>AWS WAF also lets you control access to your content. Based on conditions that you specify, such as the IP addresses that requests originate from or the values of query strings, an Amazon CloudFront distribution, an Amazon API Gateway API, or an Application Load Balancer responds to requests either with the requested content or with an HTTP 403 status code (Forbidden)</a:t>
          </a:r>
        </a:p>
      </dsp:txBody>
      <dsp:txXfrm>
        <a:off x="1303148" y="2021478"/>
        <a:ext cx="8755251" cy="11282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74DD9E-DCD0-4CA2-A491-FB1A07CAEADD}">
      <dsp:nvSpPr>
        <dsp:cNvPr id="0" name=""/>
        <dsp:cNvSpPr/>
      </dsp:nvSpPr>
      <dsp:spPr>
        <a:xfrm>
          <a:off x="979832" y="231015"/>
          <a:ext cx="1049835" cy="10498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96CC2A0-78A0-481F-B82F-1F158299B293}">
      <dsp:nvSpPr>
        <dsp:cNvPr id="0" name=""/>
        <dsp:cNvSpPr/>
      </dsp:nvSpPr>
      <dsp:spPr>
        <a:xfrm>
          <a:off x="4985" y="1422702"/>
          <a:ext cx="2999531" cy="449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a:t>Web ACLs</a:t>
          </a:r>
        </a:p>
      </dsp:txBody>
      <dsp:txXfrm>
        <a:off x="4985" y="1422702"/>
        <a:ext cx="2999531" cy="449929"/>
      </dsp:txXfrm>
    </dsp:sp>
    <dsp:sp modelId="{2A1DB127-4CE5-403F-8AA5-FE15CCD5455E}">
      <dsp:nvSpPr>
        <dsp:cNvPr id="0" name=""/>
        <dsp:cNvSpPr/>
      </dsp:nvSpPr>
      <dsp:spPr>
        <a:xfrm>
          <a:off x="4985" y="1938609"/>
          <a:ext cx="2999531" cy="1591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You use a web access control list (ACL) to protect a set of AWS resources. You create a web ACL and define its protection strategy by adding rules</a:t>
          </a:r>
        </a:p>
      </dsp:txBody>
      <dsp:txXfrm>
        <a:off x="4985" y="1938609"/>
        <a:ext cx="2999531" cy="1591265"/>
      </dsp:txXfrm>
    </dsp:sp>
    <dsp:sp modelId="{6C2D998E-B636-4541-AD4A-C0B65DF6BA38}">
      <dsp:nvSpPr>
        <dsp:cNvPr id="0" name=""/>
        <dsp:cNvSpPr/>
      </dsp:nvSpPr>
      <dsp:spPr>
        <a:xfrm>
          <a:off x="4504282" y="231015"/>
          <a:ext cx="1049835" cy="10498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08DF41-4259-485C-A85D-EC3FB57FA557}">
      <dsp:nvSpPr>
        <dsp:cNvPr id="0" name=""/>
        <dsp:cNvSpPr/>
      </dsp:nvSpPr>
      <dsp:spPr>
        <a:xfrm>
          <a:off x="3529434" y="1422702"/>
          <a:ext cx="2999531" cy="449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a:t>Rules</a:t>
          </a:r>
        </a:p>
      </dsp:txBody>
      <dsp:txXfrm>
        <a:off x="3529434" y="1422702"/>
        <a:ext cx="2999531" cy="449929"/>
      </dsp:txXfrm>
    </dsp:sp>
    <dsp:sp modelId="{4762C539-C6E6-4A3F-9114-C59568E14825}">
      <dsp:nvSpPr>
        <dsp:cNvPr id="0" name=""/>
        <dsp:cNvSpPr/>
      </dsp:nvSpPr>
      <dsp:spPr>
        <a:xfrm>
          <a:off x="3529434" y="1938609"/>
          <a:ext cx="2999531" cy="1591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Each rule contains a statement that defines the inspection criteria, and an action to take if a web request meets the criteria</a:t>
          </a:r>
        </a:p>
      </dsp:txBody>
      <dsp:txXfrm>
        <a:off x="3529434" y="1938609"/>
        <a:ext cx="2999531" cy="1591265"/>
      </dsp:txXfrm>
    </dsp:sp>
    <dsp:sp modelId="{43DE3524-DCB5-4F26-85CA-6416215A5686}">
      <dsp:nvSpPr>
        <dsp:cNvPr id="0" name=""/>
        <dsp:cNvSpPr/>
      </dsp:nvSpPr>
      <dsp:spPr>
        <a:xfrm>
          <a:off x="8028731" y="231015"/>
          <a:ext cx="1049835" cy="10498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5AB0334-337D-412A-98E0-9AD759DFC389}">
      <dsp:nvSpPr>
        <dsp:cNvPr id="0" name=""/>
        <dsp:cNvSpPr/>
      </dsp:nvSpPr>
      <dsp:spPr>
        <a:xfrm>
          <a:off x="7053883" y="1422702"/>
          <a:ext cx="2999531" cy="449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a:t>Rule Groups</a:t>
          </a:r>
        </a:p>
      </dsp:txBody>
      <dsp:txXfrm>
        <a:off x="7053883" y="1422702"/>
        <a:ext cx="2999531" cy="449929"/>
      </dsp:txXfrm>
    </dsp:sp>
    <dsp:sp modelId="{193A6EE2-55FB-4BB4-8462-565D128EA43B}">
      <dsp:nvSpPr>
        <dsp:cNvPr id="0" name=""/>
        <dsp:cNvSpPr/>
      </dsp:nvSpPr>
      <dsp:spPr>
        <a:xfrm>
          <a:off x="7053883" y="1938609"/>
          <a:ext cx="2999531" cy="1591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You can use rules individually or in reusable rule groups</a:t>
          </a:r>
        </a:p>
      </dsp:txBody>
      <dsp:txXfrm>
        <a:off x="7053883" y="1938609"/>
        <a:ext cx="2999531" cy="159126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69671B-947A-44A3-A764-A91E66D469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B4B23CC-4610-41C4-A0CF-67A30700C4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299BE-0F96-4D8C-8AC3-AFAE1A841C66}" type="datetimeFigureOut">
              <a:rPr lang="en-US" smtClean="0"/>
              <a:t>2/8/2026</a:t>
            </a:fld>
            <a:endParaRPr lang="en-US" dirty="0"/>
          </a:p>
        </p:txBody>
      </p:sp>
      <p:sp>
        <p:nvSpPr>
          <p:cNvPr id="4" name="Footer Placeholder 3">
            <a:extLst>
              <a:ext uri="{FF2B5EF4-FFF2-40B4-BE49-F238E27FC236}">
                <a16:creationId xmlns:a16="http://schemas.microsoft.com/office/drawing/2014/main" id="{1F94FC55-2324-40BC-8420-15EC835D95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63EC604-E5A5-4A58-AC5A-211F83D37C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3B048B-0EBA-466F-928F-37073F3BFB70}" type="slidenum">
              <a:rPr lang="en-US" smtClean="0"/>
              <a:t>‹#›</a:t>
            </a:fld>
            <a:endParaRPr lang="en-US" dirty="0"/>
          </a:p>
        </p:txBody>
      </p:sp>
    </p:spTree>
    <p:extLst>
      <p:ext uri="{BB962C8B-B14F-4D97-AF65-F5344CB8AC3E}">
        <p14:creationId xmlns:p14="http://schemas.microsoft.com/office/powerpoint/2010/main" val="4065507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4692AC-01A2-4EFF-966B-504F28E82D7A}" type="datetimeFigureOut">
              <a:rPr lang="en-US" noProof="0" smtClean="0"/>
              <a:t>2/8/2026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ED498D-6977-40EC-8E5E-7EB644D5E759}" type="slidenum">
              <a:rPr lang="en-US" noProof="0" smtClean="0"/>
              <a:t>‹#›</a:t>
            </a:fld>
            <a:endParaRPr lang="en-US" noProof="0" dirty="0"/>
          </a:p>
        </p:txBody>
      </p:sp>
    </p:spTree>
    <p:extLst>
      <p:ext uri="{BB962C8B-B14F-4D97-AF65-F5344CB8AC3E}">
        <p14:creationId xmlns:p14="http://schemas.microsoft.com/office/powerpoint/2010/main" val="1352264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noProof="0" smtClean="0"/>
              <a:t>1</a:t>
            </a:fld>
            <a:endParaRPr lang="en-US" noProof="0" dirty="0"/>
          </a:p>
        </p:txBody>
      </p:sp>
    </p:spTree>
    <p:extLst>
      <p:ext uri="{BB962C8B-B14F-4D97-AF65-F5344CB8AC3E}">
        <p14:creationId xmlns:p14="http://schemas.microsoft.com/office/powerpoint/2010/main" val="22787111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7FAC3601-9744-9840-0229-E000CCFBEA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32131" y="-30007"/>
            <a:ext cx="6064493" cy="6879887"/>
          </a:xfrm>
          <a:prstGeom prst="rect">
            <a:avLst/>
          </a:prstGeom>
        </p:spPr>
      </p:pic>
      <p:sp>
        <p:nvSpPr>
          <p:cNvPr id="2" name="Title 1"/>
          <p:cNvSpPr>
            <a:spLocks noGrp="1"/>
          </p:cNvSpPr>
          <p:nvPr>
            <p:ph type="ctrTitle" hasCustomPrompt="1"/>
          </p:nvPr>
        </p:nvSpPr>
        <p:spPr>
          <a:xfrm>
            <a:off x="7119890" y="723440"/>
            <a:ext cx="4323426" cy="2579052"/>
          </a:xfrm>
        </p:spPr>
        <p:txBody>
          <a:bodyPr anchor="b">
            <a:normAutofit/>
          </a:bodyPr>
          <a:lstStyle>
            <a:lvl1pPr algn="l">
              <a:lnSpc>
                <a:spcPct val="90000"/>
              </a:lnSpc>
              <a:defRPr sz="6000" spc="-50" baseline="0">
                <a:solidFill>
                  <a:schemeClr val="tx1"/>
                </a:solidFill>
              </a:defRPr>
            </a:lvl1pPr>
          </a:lstStyle>
          <a:p>
            <a:r>
              <a:rPr lang="en-US" dirty="0"/>
              <a:t>Add title here</a:t>
            </a:r>
          </a:p>
        </p:txBody>
      </p:sp>
      <p:sp>
        <p:nvSpPr>
          <p:cNvPr id="3" name="Subtitle 2"/>
          <p:cNvSpPr>
            <a:spLocks noGrp="1"/>
          </p:cNvSpPr>
          <p:nvPr>
            <p:ph type="subTitle" idx="1" hasCustomPrompt="1"/>
          </p:nvPr>
        </p:nvSpPr>
        <p:spPr>
          <a:xfrm>
            <a:off x="7128152" y="5248834"/>
            <a:ext cx="4323426" cy="1008925"/>
          </a:xfrm>
        </p:spPr>
        <p:txBody>
          <a:bodyPr lIns="91440" rIns="91440">
            <a:normAutofit/>
          </a:bodyPr>
          <a:lstStyle>
            <a:lvl1pPr marL="0" indent="0" algn="l">
              <a:spcBef>
                <a:spcPts val="0"/>
              </a:spcBef>
              <a:spcAft>
                <a:spcPts val="0"/>
              </a:spcAft>
              <a:buNone/>
              <a:defRPr sz="1600" cap="all" spc="1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7119274" y="3373515"/>
            <a:ext cx="4323426" cy="1008926"/>
          </a:xfrm>
        </p:spPr>
        <p:txBody>
          <a:bodyPr lIns="91440" rIns="91440">
            <a:noAutofit/>
          </a:bodyPr>
          <a:lstStyle>
            <a:lvl1pPr marL="0" indent="0">
              <a:buNone/>
              <a:defRPr sz="6000" b="1">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a:t>
            </a:r>
          </a:p>
        </p:txBody>
      </p:sp>
      <p:cxnSp>
        <p:nvCxnSpPr>
          <p:cNvPr id="19" name="Straight Connector 18">
            <a:extLst>
              <a:ext uri="{FF2B5EF4-FFF2-40B4-BE49-F238E27FC236}">
                <a16:creationId xmlns:a16="http://schemas.microsoft.com/office/drawing/2014/main" id="{7ADF7228-F4CB-A1B9-79EA-63240531648D}"/>
              </a:ext>
              <a:ext uri="{C183D7F6-B498-43B3-948B-1728B52AA6E4}">
                <adec:decorative xmlns:adec="http://schemas.microsoft.com/office/drawing/2017/decorative" val="1"/>
              </a:ext>
            </a:extLst>
          </p:cNvPr>
          <p:cNvCxnSpPr>
            <a:cxnSpLocks/>
          </p:cNvCxnSpPr>
          <p:nvPr userDrawn="1"/>
        </p:nvCxnSpPr>
        <p:spPr>
          <a:xfrm flipH="1">
            <a:off x="4559556" y="-10665"/>
            <a:ext cx="1930144" cy="687729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3164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
        <p:nvSpPr>
          <p:cNvPr id="3" name="Title 1">
            <a:extLst>
              <a:ext uri="{FF2B5EF4-FFF2-40B4-BE49-F238E27FC236}">
                <a16:creationId xmlns:a16="http://schemas.microsoft.com/office/drawing/2014/main" id="{80206913-4198-C5BA-6B13-02095EAA2B6F}"/>
              </a:ext>
            </a:extLst>
          </p:cNvPr>
          <p:cNvSpPr>
            <a:spLocks noGrp="1"/>
          </p:cNvSpPr>
          <p:nvPr>
            <p:ph type="ctrTitle" hasCustomPrompt="1"/>
          </p:nvPr>
        </p:nvSpPr>
        <p:spPr>
          <a:xfrm>
            <a:off x="796322" y="320040"/>
            <a:ext cx="6732237" cy="1017147"/>
          </a:xfrm>
        </p:spPr>
        <p:txBody>
          <a:bodyPr anchor="b">
            <a:noAutofit/>
          </a:bodyPr>
          <a:lstStyle>
            <a:lvl1pPr algn="l">
              <a:lnSpc>
                <a:spcPct val="90000"/>
              </a:lnSpc>
              <a:defRPr sz="3600" spc="100" baseline="0">
                <a:solidFill>
                  <a:schemeClr val="tx1"/>
                </a:solidFill>
              </a:defRPr>
            </a:lvl1pPr>
          </a:lstStyle>
          <a:p>
            <a:r>
              <a:rPr lang="en-US" dirty="0"/>
              <a:t>Add title here</a:t>
            </a:r>
          </a:p>
        </p:txBody>
      </p:sp>
      <p:sp>
        <p:nvSpPr>
          <p:cNvPr id="4" name="Text Placeholder 7">
            <a:extLst>
              <a:ext uri="{FF2B5EF4-FFF2-40B4-BE49-F238E27FC236}">
                <a16:creationId xmlns:a16="http://schemas.microsoft.com/office/drawing/2014/main" id="{F770BC68-C025-CE63-EEBA-5DC7ADC44D91}"/>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5" name="Text Placeholder 12">
            <a:extLst>
              <a:ext uri="{FF2B5EF4-FFF2-40B4-BE49-F238E27FC236}">
                <a16:creationId xmlns:a16="http://schemas.microsoft.com/office/drawing/2014/main" id="{2F993316-5D9D-6B5D-B678-3E0B84A3C0D2}"/>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1" name="Text Placeholder 7">
            <a:extLst>
              <a:ext uri="{FF2B5EF4-FFF2-40B4-BE49-F238E27FC236}">
                <a16:creationId xmlns:a16="http://schemas.microsoft.com/office/drawing/2014/main" id="{41C39372-CEC6-2265-7611-84F187C126B1}"/>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2" name="Text Placeholder 12">
            <a:extLst>
              <a:ext uri="{FF2B5EF4-FFF2-40B4-BE49-F238E27FC236}">
                <a16:creationId xmlns:a16="http://schemas.microsoft.com/office/drawing/2014/main" id="{5E13D63F-D0AC-7CD2-770C-6AB09F1BA68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8" name="Text Placeholder 7">
            <a:extLst>
              <a:ext uri="{FF2B5EF4-FFF2-40B4-BE49-F238E27FC236}">
                <a16:creationId xmlns:a16="http://schemas.microsoft.com/office/drawing/2014/main" id="{85BF73EF-490D-CA1C-DAD3-BACB141D0988}"/>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9" name="Text Placeholder 12">
            <a:extLst>
              <a:ext uri="{FF2B5EF4-FFF2-40B4-BE49-F238E27FC236}">
                <a16:creationId xmlns:a16="http://schemas.microsoft.com/office/drawing/2014/main" id="{B82C914D-7190-2AD0-228B-6DA13843762C}"/>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25" name="Text Placeholder 7">
            <a:extLst>
              <a:ext uri="{FF2B5EF4-FFF2-40B4-BE49-F238E27FC236}">
                <a16:creationId xmlns:a16="http://schemas.microsoft.com/office/drawing/2014/main" id="{DAE3299D-125C-8DBC-60F9-82920ADE34EB}"/>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26" name="Text Placeholder 12">
            <a:extLst>
              <a:ext uri="{FF2B5EF4-FFF2-40B4-BE49-F238E27FC236}">
                <a16:creationId xmlns:a16="http://schemas.microsoft.com/office/drawing/2014/main" id="{B84261D4-8740-689B-A5CA-C6442BC13E2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29" name="Text Placeholder 7">
            <a:extLst>
              <a:ext uri="{FF2B5EF4-FFF2-40B4-BE49-F238E27FC236}">
                <a16:creationId xmlns:a16="http://schemas.microsoft.com/office/drawing/2014/main" id="{7D4393D6-D866-E411-A222-2FE8B99C4D3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30" name="Text Placeholder 12">
            <a:extLst>
              <a:ext uri="{FF2B5EF4-FFF2-40B4-BE49-F238E27FC236}">
                <a16:creationId xmlns:a16="http://schemas.microsoft.com/office/drawing/2014/main" id="{94666BC0-682D-FE04-6EC3-AA81EA3F96FB}"/>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Tree>
    <p:extLst>
      <p:ext uri="{BB962C8B-B14F-4D97-AF65-F5344CB8AC3E}">
        <p14:creationId xmlns:p14="http://schemas.microsoft.com/office/powerpoint/2010/main" val="2473709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15541" y="715654"/>
            <a:ext cx="4786877" cy="1518315"/>
          </a:xfrm>
        </p:spPr>
        <p:txBody>
          <a:bodyPr anchor="b">
            <a:normAutofit/>
          </a:bodyPr>
          <a:lstStyle>
            <a:lvl1pPr algn="l">
              <a:lnSpc>
                <a:spcPct val="90000"/>
              </a:lnSpc>
              <a:defRPr sz="3600" spc="100" baseline="0">
                <a:solidFill>
                  <a:schemeClr val="bg1"/>
                </a:solidFill>
              </a:defRPr>
            </a:lvl1pPr>
          </a:lstStyle>
          <a:p>
            <a:r>
              <a:rPr lang="en-US" dirty="0"/>
              <a:t>Add title here</a:t>
            </a:r>
          </a:p>
        </p:txBody>
      </p:sp>
      <p:sp>
        <p:nvSpPr>
          <p:cNvPr id="3" name="Subtitle 2"/>
          <p:cNvSpPr>
            <a:spLocks noGrp="1"/>
          </p:cNvSpPr>
          <p:nvPr>
            <p:ph type="subTitle" idx="1" hasCustomPrompt="1"/>
          </p:nvPr>
        </p:nvSpPr>
        <p:spPr>
          <a:xfrm>
            <a:off x="6605708" y="2431477"/>
            <a:ext cx="4786877" cy="763899"/>
          </a:xfrm>
        </p:spPr>
        <p:txBody>
          <a:bodyPr lIns="91440" tIns="91440" rIns="91440" bIns="0">
            <a:normAutofit/>
          </a:bodyPr>
          <a:lstStyle>
            <a:lvl1pPr marL="0" indent="0" algn="l">
              <a:spcBef>
                <a:spcPts val="0"/>
              </a:spcBef>
              <a:spcAft>
                <a:spcPts val="0"/>
              </a:spcAft>
              <a:buNone/>
              <a:defRPr sz="2400" cap="none" spc="0" baseline="0">
                <a:solidFill>
                  <a:schemeClr val="accent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a:ln>
            <a:noFill/>
          </a:ln>
        </p:spPr>
        <p:txBody>
          <a:bodyPr anchor="ctr"/>
          <a:lstStyle>
            <a:lvl1pPr algn="ctr">
              <a:defRPr baseline="-250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605708" y="3348617"/>
            <a:ext cx="2699066" cy="2569866"/>
          </a:xfrm>
        </p:spPr>
        <p:txBody>
          <a:bodyPr lIns="91440" tIns="0">
            <a:normAutofit/>
          </a:bodyPr>
          <a:lstStyle>
            <a:lvl1pPr marL="274320" indent="-274320">
              <a:spcAft>
                <a:spcPts val="600"/>
              </a:spcAft>
              <a:buFont typeface="Courier New" panose="02070309020205020404" pitchFamily="49" charset="0"/>
              <a:buChar char="o"/>
              <a:defRPr sz="1400">
                <a:solidFill>
                  <a:schemeClr val="bg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pic>
        <p:nvPicPr>
          <p:cNvPr id="9" name="Graphic 8">
            <a:extLst>
              <a:ext uri="{FF2B5EF4-FFF2-40B4-BE49-F238E27FC236}">
                <a16:creationId xmlns:a16="http://schemas.microsoft.com/office/drawing/2014/main" id="{546FE873-5DC1-BDE4-557B-F1869503367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4426666" y="5060315"/>
            <a:ext cx="927943" cy="1801301"/>
          </a:xfrm>
          <a:prstGeom prst="rect">
            <a:avLst/>
          </a:prstGeom>
        </p:spPr>
      </p:pic>
    </p:spTree>
    <p:extLst>
      <p:ext uri="{BB962C8B-B14F-4D97-AF65-F5344CB8AC3E}">
        <p14:creationId xmlns:p14="http://schemas.microsoft.com/office/powerpoint/2010/main" val="603767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96322" y="320040"/>
            <a:ext cx="6732237" cy="1524000"/>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4" name="Content Placeholder 3">
            <a:extLst>
              <a:ext uri="{FF2B5EF4-FFF2-40B4-BE49-F238E27FC236}">
                <a16:creationId xmlns:a16="http://schemas.microsoft.com/office/drawing/2014/main" id="{B3EF88AD-4B54-9DC5-D315-825BE9FCEEF4}"/>
              </a:ext>
            </a:extLst>
          </p:cNvPr>
          <p:cNvSpPr>
            <a:spLocks noGrp="1"/>
          </p:cNvSpPr>
          <p:nvPr>
            <p:ph sz="quarter" idx="17"/>
          </p:nvPr>
        </p:nvSpPr>
        <p:spPr>
          <a:xfrm>
            <a:off x="796322" y="2252076"/>
            <a:ext cx="5797550" cy="30517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20955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ingle lin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96322" y="408820"/>
            <a:ext cx="8935507" cy="94946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4" name="Content Placeholder 3">
            <a:extLst>
              <a:ext uri="{FF2B5EF4-FFF2-40B4-BE49-F238E27FC236}">
                <a16:creationId xmlns:a16="http://schemas.microsoft.com/office/drawing/2014/main" id="{940D7E9A-1E17-C6A0-31A6-F6F620FF9E84}"/>
              </a:ext>
            </a:extLst>
          </p:cNvPr>
          <p:cNvSpPr>
            <a:spLocks noGrp="1"/>
          </p:cNvSpPr>
          <p:nvPr>
            <p:ph sz="quarter" idx="17"/>
          </p:nvPr>
        </p:nvSpPr>
        <p:spPr>
          <a:xfrm>
            <a:off x="796322" y="1986061"/>
            <a:ext cx="5797550" cy="4015244"/>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7769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2">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2" name="Title 1"/>
          <p:cNvSpPr>
            <a:spLocks noGrp="1"/>
          </p:cNvSpPr>
          <p:nvPr>
            <p:ph type="ctrTitle" hasCustomPrompt="1"/>
          </p:nvPr>
        </p:nvSpPr>
        <p:spPr>
          <a:xfrm>
            <a:off x="796322" y="320040"/>
            <a:ext cx="6732237" cy="1524000"/>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796322" y="2252394"/>
            <a:ext cx="5797518" cy="2532966"/>
          </a:xfrm>
        </p:spPr>
        <p:txBody>
          <a:bodyPr lIns="91440" bIns="0" anchor="t">
            <a:normAutofit/>
          </a:bodyPr>
          <a:lstStyle>
            <a:lvl1pPr marL="0" indent="0">
              <a:spcBef>
                <a:spcPts val="600"/>
              </a:spcBef>
              <a:spcAft>
                <a:spcPts val="1800"/>
              </a:spcAft>
              <a:buNone/>
              <a:defRPr sz="1400"/>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pic>
        <p:nvPicPr>
          <p:cNvPr id="3" name="Graphic 2">
            <a:extLst>
              <a:ext uri="{FF2B5EF4-FFF2-40B4-BE49-F238E27FC236}">
                <a16:creationId xmlns:a16="http://schemas.microsoft.com/office/drawing/2014/main" id="{B38829F9-FA07-E84B-ED85-A3958046CB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04430" y="5008931"/>
            <a:ext cx="3842918" cy="435047"/>
          </a:xfrm>
          <a:prstGeom prst="rect">
            <a:avLst/>
          </a:prstGeom>
        </p:spPr>
      </p:pic>
    </p:spTree>
    <p:extLst>
      <p:ext uri="{BB962C8B-B14F-4D97-AF65-F5344CB8AC3E}">
        <p14:creationId xmlns:p14="http://schemas.microsoft.com/office/powerpoint/2010/main" val="3542979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319A446-9DC9-77CB-F6E0-D5CC1C0C8D2A}"/>
              </a:ext>
              <a:ext uri="{C183D7F6-B498-43B3-948B-1728B52AA6E4}">
                <adec:decorative xmlns:adec="http://schemas.microsoft.com/office/drawing/2017/decorative" val="1"/>
              </a:ext>
            </a:extLst>
          </p:cNvPr>
          <p:cNvGrpSpPr/>
          <p:nvPr userDrawn="1"/>
        </p:nvGrpSpPr>
        <p:grpSpPr>
          <a:xfrm>
            <a:off x="8233290" y="0"/>
            <a:ext cx="2740011" cy="6850028"/>
            <a:chOff x="8233290" y="0"/>
            <a:chExt cx="2740011" cy="6850028"/>
          </a:xfrm>
        </p:grpSpPr>
        <p:pic>
          <p:nvPicPr>
            <p:cNvPr id="5" name="Graphic 4">
              <a:extLst>
                <a:ext uri="{FF2B5EF4-FFF2-40B4-BE49-F238E27FC236}">
                  <a16:creationId xmlns:a16="http://schemas.microsoft.com/office/drawing/2014/main" id="{E51D0537-C777-0B20-2AE3-6DD522E242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33290" y="0"/>
              <a:ext cx="2740011" cy="6850028"/>
            </a:xfrm>
            <a:prstGeom prst="rect">
              <a:avLst/>
            </a:prstGeom>
          </p:spPr>
        </p:pic>
        <p:pic>
          <p:nvPicPr>
            <p:cNvPr id="6" name="Graphic 5">
              <a:extLst>
                <a:ext uri="{FF2B5EF4-FFF2-40B4-BE49-F238E27FC236}">
                  <a16:creationId xmlns:a16="http://schemas.microsoft.com/office/drawing/2014/main" id="{64F46914-ADE7-0BE9-0C39-280FE8F3B9C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01841" y="4372451"/>
              <a:ext cx="878334" cy="1705001"/>
            </a:xfrm>
            <a:prstGeom prst="rect">
              <a:avLst/>
            </a:prstGeom>
          </p:spPr>
        </p:pic>
      </p:grpSp>
      <p:sp>
        <p:nvSpPr>
          <p:cNvPr id="26" name="Rectangle: Rounded Corners 25">
            <a:extLst>
              <a:ext uri="{FF2B5EF4-FFF2-40B4-BE49-F238E27FC236}">
                <a16:creationId xmlns:a16="http://schemas.microsoft.com/office/drawing/2014/main" id="{4D27DC4C-0653-4DB5-ABFE-50764C59AD69}"/>
              </a:ext>
              <a:ext uri="{C183D7F6-B498-43B3-948B-1728B52AA6E4}">
                <adec:decorative xmlns:adec="http://schemas.microsoft.com/office/drawing/2017/decorative" val="1"/>
              </a:ext>
            </a:extLst>
          </p:cNvPr>
          <p:cNvSpPr/>
          <p:nvPr userDrawn="1"/>
        </p:nvSpPr>
        <p:spPr>
          <a:xfrm>
            <a:off x="7995403" y="1894376"/>
            <a:ext cx="2847975" cy="339089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447368" y="270880"/>
            <a:ext cx="11297264" cy="1524000"/>
          </a:xfrm>
        </p:spPr>
        <p:txBody>
          <a:bodyPr anchor="ctr">
            <a:normAutofit/>
          </a:bodyPr>
          <a:lstStyle>
            <a:lvl1pPr algn="ctr">
              <a:lnSpc>
                <a:spcPct val="90000"/>
              </a:lnSpc>
              <a:defRPr sz="3600" spc="100" baseline="0">
                <a:solidFill>
                  <a:schemeClr val="tx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318352"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7" name="Picture Placeholder 16">
            <a:extLst>
              <a:ext uri="{FF2B5EF4-FFF2-40B4-BE49-F238E27FC236}">
                <a16:creationId xmlns:a16="http://schemas.microsoft.com/office/drawing/2014/main" id="{87E0A2EC-564E-BDA2-2E74-CEA1D54B10C9}"/>
              </a:ext>
            </a:extLst>
          </p:cNvPr>
          <p:cNvSpPr>
            <a:spLocks noGrp="1"/>
          </p:cNvSpPr>
          <p:nvPr>
            <p:ph type="pic" sz="quarter" idx="23"/>
          </p:nvPr>
        </p:nvSpPr>
        <p:spPr>
          <a:xfrm>
            <a:off x="2239419" y="2833688"/>
            <a:ext cx="1005840" cy="914400"/>
          </a:xfrm>
        </p:spPr>
        <p:txBody>
          <a:bodyPr>
            <a:normAutofit/>
          </a:bodyPr>
          <a:lstStyle>
            <a:lvl1pPr algn="ctr">
              <a:defRPr sz="1400"/>
            </a:lvl1pPr>
          </a:lstStyle>
          <a:p>
            <a:r>
              <a:rPr lang="en-US"/>
              <a:t>Click icon to add picture</a:t>
            </a:r>
            <a:endParaRPr lang="en-US" dirty="0"/>
          </a:p>
        </p:txBody>
      </p:sp>
      <p:sp>
        <p:nvSpPr>
          <p:cNvPr id="11" name="Text Placeholder 10">
            <a:extLst>
              <a:ext uri="{FF2B5EF4-FFF2-40B4-BE49-F238E27FC236}">
                <a16:creationId xmlns:a16="http://schemas.microsoft.com/office/drawing/2014/main" id="{96DA7890-E49A-5536-1939-2B9589558EF6}"/>
              </a:ext>
            </a:extLst>
          </p:cNvPr>
          <p:cNvSpPr>
            <a:spLocks noGrp="1"/>
          </p:cNvSpPr>
          <p:nvPr>
            <p:ph type="body" sz="quarter" idx="20" hasCustomPrompt="1"/>
          </p:nvPr>
        </p:nvSpPr>
        <p:spPr>
          <a:xfrm>
            <a:off x="1605817" y="3989405"/>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8" name="Text Placeholder 12">
            <a:extLst>
              <a:ext uri="{FF2B5EF4-FFF2-40B4-BE49-F238E27FC236}">
                <a16:creationId xmlns:a16="http://schemas.microsoft.com/office/drawing/2014/main" id="{4A1E2517-8244-627B-E6B6-4EF4FEDCA10E}"/>
              </a:ext>
            </a:extLst>
          </p:cNvPr>
          <p:cNvSpPr>
            <a:spLocks noGrp="1"/>
          </p:cNvSpPr>
          <p:nvPr>
            <p:ph type="body" sz="quarter" idx="18" hasCustomPrompt="1"/>
          </p:nvPr>
        </p:nvSpPr>
        <p:spPr>
          <a:xfrm>
            <a:off x="4651092"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8" name="Picture Placeholder 16">
            <a:extLst>
              <a:ext uri="{FF2B5EF4-FFF2-40B4-BE49-F238E27FC236}">
                <a16:creationId xmlns:a16="http://schemas.microsoft.com/office/drawing/2014/main" id="{054FC79A-A756-FC67-CBF8-0078E8F8C1A3}"/>
              </a:ext>
            </a:extLst>
          </p:cNvPr>
          <p:cNvSpPr>
            <a:spLocks noGrp="1"/>
          </p:cNvSpPr>
          <p:nvPr>
            <p:ph type="pic" sz="quarter" idx="24"/>
          </p:nvPr>
        </p:nvSpPr>
        <p:spPr>
          <a:xfrm>
            <a:off x="5572159" y="2954840"/>
            <a:ext cx="1005840" cy="914400"/>
          </a:xfrm>
        </p:spPr>
        <p:txBody>
          <a:bodyPr>
            <a:normAutofit/>
          </a:bodyPr>
          <a:lstStyle>
            <a:lvl1pPr algn="ctr">
              <a:defRPr sz="1400"/>
            </a:lvl1pPr>
          </a:lstStyle>
          <a:p>
            <a:r>
              <a:rPr lang="en-US"/>
              <a:t>Click icon to add picture</a:t>
            </a:r>
            <a:endParaRPr lang="en-US" dirty="0"/>
          </a:p>
        </p:txBody>
      </p:sp>
      <p:sp>
        <p:nvSpPr>
          <p:cNvPr id="12" name="Text Placeholder 10">
            <a:extLst>
              <a:ext uri="{FF2B5EF4-FFF2-40B4-BE49-F238E27FC236}">
                <a16:creationId xmlns:a16="http://schemas.microsoft.com/office/drawing/2014/main" id="{EBE00383-F339-E668-9399-D2DC9718C39D}"/>
              </a:ext>
            </a:extLst>
          </p:cNvPr>
          <p:cNvSpPr>
            <a:spLocks noGrp="1"/>
          </p:cNvSpPr>
          <p:nvPr>
            <p:ph type="body" sz="quarter" idx="21" hasCustomPrompt="1"/>
          </p:nvPr>
        </p:nvSpPr>
        <p:spPr>
          <a:xfrm>
            <a:off x="4938557" y="3989404"/>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9" name="Text Placeholder 12">
            <a:extLst>
              <a:ext uri="{FF2B5EF4-FFF2-40B4-BE49-F238E27FC236}">
                <a16:creationId xmlns:a16="http://schemas.microsoft.com/office/drawing/2014/main" id="{71A788CA-392F-F29F-08CD-FBCB24BA793A}"/>
              </a:ext>
            </a:extLst>
          </p:cNvPr>
          <p:cNvSpPr>
            <a:spLocks noGrp="1"/>
          </p:cNvSpPr>
          <p:nvPr>
            <p:ph type="body" sz="quarter" idx="19" hasCustomPrompt="1"/>
          </p:nvPr>
        </p:nvSpPr>
        <p:spPr>
          <a:xfrm>
            <a:off x="7995403"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9" name="Picture Placeholder 16">
            <a:extLst>
              <a:ext uri="{FF2B5EF4-FFF2-40B4-BE49-F238E27FC236}">
                <a16:creationId xmlns:a16="http://schemas.microsoft.com/office/drawing/2014/main" id="{6E7FBECC-1456-B16C-B42F-61BAE986F27C}"/>
              </a:ext>
            </a:extLst>
          </p:cNvPr>
          <p:cNvSpPr>
            <a:spLocks noGrp="1"/>
          </p:cNvSpPr>
          <p:nvPr>
            <p:ph type="pic" sz="quarter" idx="25"/>
          </p:nvPr>
        </p:nvSpPr>
        <p:spPr>
          <a:xfrm>
            <a:off x="8916470" y="2833688"/>
            <a:ext cx="1005840" cy="914400"/>
          </a:xfrm>
        </p:spPr>
        <p:txBody>
          <a:bodyPr>
            <a:normAutofit/>
          </a:bodyPr>
          <a:lstStyle>
            <a:lvl1pPr algn="ctr">
              <a:defRPr sz="1400"/>
            </a:lvl1pPr>
          </a:lstStyle>
          <a:p>
            <a:r>
              <a:rPr lang="en-US"/>
              <a:t>Click icon to add picture</a:t>
            </a:r>
            <a:endParaRPr lang="en-US" dirty="0"/>
          </a:p>
        </p:txBody>
      </p:sp>
      <p:sp>
        <p:nvSpPr>
          <p:cNvPr id="15" name="Text Placeholder 10">
            <a:extLst>
              <a:ext uri="{FF2B5EF4-FFF2-40B4-BE49-F238E27FC236}">
                <a16:creationId xmlns:a16="http://schemas.microsoft.com/office/drawing/2014/main" id="{984A0CD0-C9DF-C8B2-FEE6-05F2F0403245}"/>
              </a:ext>
            </a:extLst>
          </p:cNvPr>
          <p:cNvSpPr>
            <a:spLocks noGrp="1"/>
          </p:cNvSpPr>
          <p:nvPr>
            <p:ph type="body" sz="quarter" idx="22" hasCustomPrompt="1"/>
          </p:nvPr>
        </p:nvSpPr>
        <p:spPr>
          <a:xfrm>
            <a:off x="8282868" y="3989404"/>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360012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mparison Dark">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319A446-9DC9-77CB-F6E0-D5CC1C0C8D2A}"/>
              </a:ext>
              <a:ext uri="{C183D7F6-B498-43B3-948B-1728B52AA6E4}">
                <adec:decorative xmlns:adec="http://schemas.microsoft.com/office/drawing/2017/decorative" val="1"/>
              </a:ext>
            </a:extLst>
          </p:cNvPr>
          <p:cNvGrpSpPr/>
          <p:nvPr userDrawn="1"/>
        </p:nvGrpSpPr>
        <p:grpSpPr>
          <a:xfrm>
            <a:off x="8233290" y="0"/>
            <a:ext cx="2740011" cy="6850028"/>
            <a:chOff x="8233290" y="0"/>
            <a:chExt cx="2740011" cy="6850028"/>
          </a:xfrm>
        </p:grpSpPr>
        <p:pic>
          <p:nvPicPr>
            <p:cNvPr id="5" name="Graphic 4">
              <a:extLst>
                <a:ext uri="{FF2B5EF4-FFF2-40B4-BE49-F238E27FC236}">
                  <a16:creationId xmlns:a16="http://schemas.microsoft.com/office/drawing/2014/main" id="{E51D0537-C777-0B20-2AE3-6DD522E242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33290" y="0"/>
              <a:ext cx="2740011" cy="6850028"/>
            </a:xfrm>
            <a:prstGeom prst="rect">
              <a:avLst/>
            </a:prstGeom>
          </p:spPr>
        </p:pic>
        <p:pic>
          <p:nvPicPr>
            <p:cNvPr id="6" name="Graphic 5">
              <a:extLst>
                <a:ext uri="{FF2B5EF4-FFF2-40B4-BE49-F238E27FC236}">
                  <a16:creationId xmlns:a16="http://schemas.microsoft.com/office/drawing/2014/main" id="{64F46914-ADE7-0BE9-0C39-280FE8F3B9C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01841" y="4372451"/>
              <a:ext cx="878334" cy="1705001"/>
            </a:xfrm>
            <a:prstGeom prst="rect">
              <a:avLst/>
            </a:prstGeom>
          </p:spPr>
        </p:pic>
      </p:grpSp>
      <p:sp>
        <p:nvSpPr>
          <p:cNvPr id="3" name="Title 2">
            <a:extLst>
              <a:ext uri="{FF2B5EF4-FFF2-40B4-BE49-F238E27FC236}">
                <a16:creationId xmlns:a16="http://schemas.microsoft.com/office/drawing/2014/main" id="{30CF8376-A762-054E-EA3C-FF9430AD98E5}"/>
              </a:ext>
            </a:extLst>
          </p:cNvPr>
          <p:cNvSpPr>
            <a:spLocks noGrp="1"/>
          </p:cNvSpPr>
          <p:nvPr>
            <p:ph type="title" hasCustomPrompt="1"/>
          </p:nvPr>
        </p:nvSpPr>
        <p:spPr>
          <a:xfrm>
            <a:off x="409099" y="286603"/>
            <a:ext cx="11373803" cy="1450757"/>
          </a:xfrm>
        </p:spPr>
        <p:txBody>
          <a:bodyPr anchor="ctr">
            <a:normAutofit/>
          </a:bodyPr>
          <a:lstStyle>
            <a:lvl1pPr algn="ctr">
              <a:defRPr sz="3600">
                <a:solidFill>
                  <a:schemeClr val="bg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318352"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7" name="Picture Placeholder 16">
            <a:extLst>
              <a:ext uri="{FF2B5EF4-FFF2-40B4-BE49-F238E27FC236}">
                <a16:creationId xmlns:a16="http://schemas.microsoft.com/office/drawing/2014/main" id="{87E0A2EC-564E-BDA2-2E74-CEA1D54B10C9}"/>
              </a:ext>
            </a:extLst>
          </p:cNvPr>
          <p:cNvSpPr>
            <a:spLocks noGrp="1"/>
          </p:cNvSpPr>
          <p:nvPr>
            <p:ph type="pic" sz="quarter" idx="23"/>
          </p:nvPr>
        </p:nvSpPr>
        <p:spPr>
          <a:xfrm>
            <a:off x="2239419" y="2833688"/>
            <a:ext cx="1005840" cy="914400"/>
          </a:xfrm>
        </p:spPr>
        <p:txBody>
          <a:bodyPr>
            <a:normAutofit/>
          </a:bodyPr>
          <a:lstStyle>
            <a:lvl1pPr algn="ctr">
              <a:defRPr sz="1400"/>
            </a:lvl1pPr>
          </a:lstStyle>
          <a:p>
            <a:r>
              <a:rPr lang="en-US"/>
              <a:t>Click icon to add picture</a:t>
            </a:r>
            <a:endParaRPr lang="en-US" dirty="0"/>
          </a:p>
        </p:txBody>
      </p:sp>
      <p:sp>
        <p:nvSpPr>
          <p:cNvPr id="11" name="Text Placeholder 10">
            <a:extLst>
              <a:ext uri="{FF2B5EF4-FFF2-40B4-BE49-F238E27FC236}">
                <a16:creationId xmlns:a16="http://schemas.microsoft.com/office/drawing/2014/main" id="{96DA7890-E49A-5536-1939-2B9589558EF6}"/>
              </a:ext>
            </a:extLst>
          </p:cNvPr>
          <p:cNvSpPr>
            <a:spLocks noGrp="1"/>
          </p:cNvSpPr>
          <p:nvPr>
            <p:ph type="body" sz="quarter" idx="20" hasCustomPrompt="1"/>
          </p:nvPr>
        </p:nvSpPr>
        <p:spPr>
          <a:xfrm>
            <a:off x="1605817" y="3989405"/>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8" name="Text Placeholder 12">
            <a:extLst>
              <a:ext uri="{FF2B5EF4-FFF2-40B4-BE49-F238E27FC236}">
                <a16:creationId xmlns:a16="http://schemas.microsoft.com/office/drawing/2014/main" id="{4A1E2517-8244-627B-E6B6-4EF4FEDCA10E}"/>
              </a:ext>
            </a:extLst>
          </p:cNvPr>
          <p:cNvSpPr>
            <a:spLocks noGrp="1"/>
          </p:cNvSpPr>
          <p:nvPr>
            <p:ph type="body" sz="quarter" idx="18" hasCustomPrompt="1"/>
          </p:nvPr>
        </p:nvSpPr>
        <p:spPr>
          <a:xfrm>
            <a:off x="4651092"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8" name="Picture Placeholder 16">
            <a:extLst>
              <a:ext uri="{FF2B5EF4-FFF2-40B4-BE49-F238E27FC236}">
                <a16:creationId xmlns:a16="http://schemas.microsoft.com/office/drawing/2014/main" id="{054FC79A-A756-FC67-CBF8-0078E8F8C1A3}"/>
              </a:ext>
            </a:extLst>
          </p:cNvPr>
          <p:cNvSpPr>
            <a:spLocks noGrp="1"/>
          </p:cNvSpPr>
          <p:nvPr>
            <p:ph type="pic" sz="quarter" idx="24"/>
          </p:nvPr>
        </p:nvSpPr>
        <p:spPr>
          <a:xfrm>
            <a:off x="5572159" y="2954840"/>
            <a:ext cx="1005840" cy="914400"/>
          </a:xfrm>
        </p:spPr>
        <p:txBody>
          <a:bodyPr>
            <a:normAutofit/>
          </a:bodyPr>
          <a:lstStyle>
            <a:lvl1pPr algn="ctr">
              <a:defRPr sz="1400"/>
            </a:lvl1pPr>
          </a:lstStyle>
          <a:p>
            <a:r>
              <a:rPr lang="en-US"/>
              <a:t>Click icon to add picture</a:t>
            </a:r>
            <a:endParaRPr lang="en-US" dirty="0"/>
          </a:p>
        </p:txBody>
      </p:sp>
      <p:sp>
        <p:nvSpPr>
          <p:cNvPr id="12" name="Text Placeholder 10">
            <a:extLst>
              <a:ext uri="{FF2B5EF4-FFF2-40B4-BE49-F238E27FC236}">
                <a16:creationId xmlns:a16="http://schemas.microsoft.com/office/drawing/2014/main" id="{EBE00383-F339-E668-9399-D2DC9718C39D}"/>
              </a:ext>
            </a:extLst>
          </p:cNvPr>
          <p:cNvSpPr>
            <a:spLocks noGrp="1"/>
          </p:cNvSpPr>
          <p:nvPr>
            <p:ph type="body" sz="quarter" idx="21" hasCustomPrompt="1"/>
          </p:nvPr>
        </p:nvSpPr>
        <p:spPr>
          <a:xfrm>
            <a:off x="4938557" y="3989404"/>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9" name="Text Placeholder 12">
            <a:extLst>
              <a:ext uri="{FF2B5EF4-FFF2-40B4-BE49-F238E27FC236}">
                <a16:creationId xmlns:a16="http://schemas.microsoft.com/office/drawing/2014/main" id="{71A788CA-392F-F29F-08CD-FBCB24BA793A}"/>
              </a:ext>
            </a:extLst>
          </p:cNvPr>
          <p:cNvSpPr>
            <a:spLocks noGrp="1"/>
          </p:cNvSpPr>
          <p:nvPr>
            <p:ph type="body" sz="quarter" idx="19" hasCustomPrompt="1"/>
          </p:nvPr>
        </p:nvSpPr>
        <p:spPr>
          <a:xfrm>
            <a:off x="7995403"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9" name="Picture Placeholder 16">
            <a:extLst>
              <a:ext uri="{FF2B5EF4-FFF2-40B4-BE49-F238E27FC236}">
                <a16:creationId xmlns:a16="http://schemas.microsoft.com/office/drawing/2014/main" id="{6E7FBECC-1456-B16C-B42F-61BAE986F27C}"/>
              </a:ext>
            </a:extLst>
          </p:cNvPr>
          <p:cNvSpPr>
            <a:spLocks noGrp="1"/>
          </p:cNvSpPr>
          <p:nvPr>
            <p:ph type="pic" sz="quarter" idx="25"/>
          </p:nvPr>
        </p:nvSpPr>
        <p:spPr>
          <a:xfrm>
            <a:off x="8916470" y="2833688"/>
            <a:ext cx="1005840" cy="914400"/>
          </a:xfrm>
        </p:spPr>
        <p:txBody>
          <a:bodyPr>
            <a:normAutofit/>
          </a:bodyPr>
          <a:lstStyle>
            <a:lvl1pPr algn="ctr">
              <a:defRPr sz="1400"/>
            </a:lvl1pPr>
          </a:lstStyle>
          <a:p>
            <a:r>
              <a:rPr lang="en-US"/>
              <a:t>Click icon to add picture</a:t>
            </a:r>
            <a:endParaRPr lang="en-US" dirty="0"/>
          </a:p>
        </p:txBody>
      </p:sp>
      <p:sp>
        <p:nvSpPr>
          <p:cNvPr id="15" name="Text Placeholder 10">
            <a:extLst>
              <a:ext uri="{FF2B5EF4-FFF2-40B4-BE49-F238E27FC236}">
                <a16:creationId xmlns:a16="http://schemas.microsoft.com/office/drawing/2014/main" id="{984A0CD0-C9DF-C8B2-FEE6-05F2F0403245}"/>
              </a:ext>
            </a:extLst>
          </p:cNvPr>
          <p:cNvSpPr>
            <a:spLocks noGrp="1"/>
          </p:cNvSpPr>
          <p:nvPr>
            <p:ph type="body" sz="quarter" idx="22" hasCustomPrompt="1"/>
          </p:nvPr>
        </p:nvSpPr>
        <p:spPr>
          <a:xfrm>
            <a:off x="8282868" y="3989404"/>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bg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2417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sson Summary">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99788" y="353962"/>
            <a:ext cx="4786877" cy="983225"/>
          </a:xfrm>
        </p:spPr>
        <p:txBody>
          <a:bodyPr anchor="b">
            <a:normAutofit/>
          </a:bodyPr>
          <a:lstStyle>
            <a:lvl1pPr algn="l">
              <a:lnSpc>
                <a:spcPct val="90000"/>
              </a:lnSpc>
              <a:defRPr sz="3600" spc="100" baseline="0">
                <a:solidFill>
                  <a:schemeClr val="bg1"/>
                </a:solidFill>
              </a:defRPr>
            </a:lvl1pPr>
          </a:lstStyle>
          <a:p>
            <a:r>
              <a:rPr lang="en-US" dirty="0"/>
              <a:t>Add title here</a:t>
            </a:r>
          </a:p>
        </p:txBody>
      </p:sp>
      <p:sp>
        <p:nvSpPr>
          <p:cNvPr id="3" name="Subtitle 2"/>
          <p:cNvSpPr>
            <a:spLocks noGrp="1"/>
          </p:cNvSpPr>
          <p:nvPr>
            <p:ph type="subTitle" idx="1" hasCustomPrompt="1"/>
          </p:nvPr>
        </p:nvSpPr>
        <p:spPr>
          <a:xfrm>
            <a:off x="6599788" y="1517074"/>
            <a:ext cx="4786877" cy="763899"/>
          </a:xfrm>
        </p:spPr>
        <p:txBody>
          <a:bodyPr lIns="91440" tIns="91440" rIns="91440" bIns="0">
            <a:normAutofit/>
          </a:bodyPr>
          <a:lstStyle>
            <a:lvl1pPr marL="0" indent="0" algn="l">
              <a:spcBef>
                <a:spcPts val="0"/>
              </a:spcBef>
              <a:spcAft>
                <a:spcPts val="0"/>
              </a:spcAft>
              <a:buNone/>
              <a:defRPr sz="2400" cap="none" spc="0" baseline="0">
                <a:solidFill>
                  <a:schemeClr val="accent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a:ln>
            <a:noFill/>
          </a:ln>
        </p:spPr>
        <p:txBody>
          <a:bodyPr anchor="ctr"/>
          <a:lstStyle>
            <a:lvl1pPr algn="ctr">
              <a:defRPr baseline="-250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599788" y="2341261"/>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1" name="Text Placeholder 10">
            <a:extLst>
              <a:ext uri="{FF2B5EF4-FFF2-40B4-BE49-F238E27FC236}">
                <a16:creationId xmlns:a16="http://schemas.microsoft.com/office/drawing/2014/main" id="{A9BC9EC3-C68A-CC9E-C220-8D585A8B43A0}"/>
              </a:ext>
            </a:extLst>
          </p:cNvPr>
          <p:cNvSpPr>
            <a:spLocks noGrp="1"/>
          </p:cNvSpPr>
          <p:nvPr>
            <p:ph type="body" sz="quarter" idx="15" hasCustomPrompt="1"/>
          </p:nvPr>
        </p:nvSpPr>
        <p:spPr>
          <a:xfrm>
            <a:off x="6599789" y="2753247"/>
            <a:ext cx="3852296" cy="817345"/>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pic>
        <p:nvPicPr>
          <p:cNvPr id="9" name="Graphic 8">
            <a:extLst>
              <a:ext uri="{FF2B5EF4-FFF2-40B4-BE49-F238E27FC236}">
                <a16:creationId xmlns:a16="http://schemas.microsoft.com/office/drawing/2014/main" id="{546FE873-5DC1-BDE4-557B-F1869503367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4426666" y="5060315"/>
            <a:ext cx="927943" cy="1801301"/>
          </a:xfrm>
          <a:prstGeom prst="rect">
            <a:avLst/>
          </a:prstGeom>
        </p:spPr>
      </p:pic>
      <p:sp>
        <p:nvSpPr>
          <p:cNvPr id="6" name="Text Placeholder 6">
            <a:extLst>
              <a:ext uri="{FF2B5EF4-FFF2-40B4-BE49-F238E27FC236}">
                <a16:creationId xmlns:a16="http://schemas.microsoft.com/office/drawing/2014/main" id="{DE3FA6A1-74D7-3926-C0BF-FECA6C0B0338}"/>
              </a:ext>
            </a:extLst>
          </p:cNvPr>
          <p:cNvSpPr>
            <a:spLocks noGrp="1"/>
          </p:cNvSpPr>
          <p:nvPr>
            <p:ph type="body" sz="quarter" idx="13" hasCustomPrompt="1"/>
          </p:nvPr>
        </p:nvSpPr>
        <p:spPr>
          <a:xfrm>
            <a:off x="6599788" y="3563285"/>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2" name="Text Placeholder 10">
            <a:extLst>
              <a:ext uri="{FF2B5EF4-FFF2-40B4-BE49-F238E27FC236}">
                <a16:creationId xmlns:a16="http://schemas.microsoft.com/office/drawing/2014/main" id="{9487AC4B-B367-6BC8-2DCA-61A43B326449}"/>
              </a:ext>
            </a:extLst>
          </p:cNvPr>
          <p:cNvSpPr>
            <a:spLocks noGrp="1"/>
          </p:cNvSpPr>
          <p:nvPr>
            <p:ph type="body" sz="quarter" idx="16" hasCustomPrompt="1"/>
          </p:nvPr>
        </p:nvSpPr>
        <p:spPr>
          <a:xfrm>
            <a:off x="6599788" y="3982578"/>
            <a:ext cx="3860546" cy="529133"/>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sp>
        <p:nvSpPr>
          <p:cNvPr id="8" name="Text Placeholder 6">
            <a:extLst>
              <a:ext uri="{FF2B5EF4-FFF2-40B4-BE49-F238E27FC236}">
                <a16:creationId xmlns:a16="http://schemas.microsoft.com/office/drawing/2014/main" id="{34E9A44E-6692-ACFA-4EB0-368490BF357A}"/>
              </a:ext>
            </a:extLst>
          </p:cNvPr>
          <p:cNvSpPr>
            <a:spLocks noGrp="1"/>
          </p:cNvSpPr>
          <p:nvPr>
            <p:ph type="body" sz="quarter" idx="14" hasCustomPrompt="1"/>
          </p:nvPr>
        </p:nvSpPr>
        <p:spPr>
          <a:xfrm>
            <a:off x="6599788" y="4564818"/>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3" name="Text Placeholder 10">
            <a:extLst>
              <a:ext uri="{FF2B5EF4-FFF2-40B4-BE49-F238E27FC236}">
                <a16:creationId xmlns:a16="http://schemas.microsoft.com/office/drawing/2014/main" id="{AB0B6725-F963-746B-381A-0F998539A022}"/>
              </a:ext>
            </a:extLst>
          </p:cNvPr>
          <p:cNvSpPr>
            <a:spLocks noGrp="1"/>
          </p:cNvSpPr>
          <p:nvPr>
            <p:ph type="body" sz="quarter" idx="17" hasCustomPrompt="1"/>
          </p:nvPr>
        </p:nvSpPr>
        <p:spPr>
          <a:xfrm>
            <a:off x="6599788" y="4975138"/>
            <a:ext cx="3860546" cy="852906"/>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spTree>
    <p:extLst>
      <p:ext uri="{BB962C8B-B14F-4D97-AF65-F5344CB8AC3E}">
        <p14:creationId xmlns:p14="http://schemas.microsoft.com/office/powerpoint/2010/main" val="1419208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 Topic 1">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20533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genda - Topic 2">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400"/>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380372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genda - Topic 3">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842760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 - Topic 4">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726819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genda - Topic 5">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812268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tx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D5142E-2E7B-1488-E5DB-290186766DFD}"/>
              </a:ext>
              <a:ext uri="{C183D7F6-B498-43B3-948B-1728B52AA6E4}">
                <adec:decorative xmlns:adec="http://schemas.microsoft.com/office/drawing/2017/decorative" val="1"/>
              </a:ext>
            </a:extLst>
          </p:cNvPr>
          <p:cNvGrpSpPr/>
          <p:nvPr userDrawn="1"/>
        </p:nvGrpSpPr>
        <p:grpSpPr>
          <a:xfrm>
            <a:off x="5382569" y="2242"/>
            <a:ext cx="6806909" cy="6862481"/>
            <a:chOff x="5382569" y="2242"/>
            <a:chExt cx="6806909" cy="6862481"/>
          </a:xfrm>
        </p:grpSpPr>
        <p:pic>
          <p:nvPicPr>
            <p:cNvPr id="6" name="Graphic 5">
              <a:extLst>
                <a:ext uri="{FF2B5EF4-FFF2-40B4-BE49-F238E27FC236}">
                  <a16:creationId xmlns:a16="http://schemas.microsoft.com/office/drawing/2014/main" id="{02299C1B-36CA-1E4A-2BE2-A212B68067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40328" y="2242"/>
              <a:ext cx="6049150" cy="6862481"/>
            </a:xfrm>
            <a:prstGeom prst="rect">
              <a:avLst/>
            </a:prstGeom>
          </p:spPr>
        </p:pic>
        <p:pic>
          <p:nvPicPr>
            <p:cNvPr id="8" name="Graphic 7">
              <a:extLst>
                <a:ext uri="{FF2B5EF4-FFF2-40B4-BE49-F238E27FC236}">
                  <a16:creationId xmlns:a16="http://schemas.microsoft.com/office/drawing/2014/main" id="{37875AA7-8584-C85D-D920-B6F36122116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382569" y="5060315"/>
              <a:ext cx="927943" cy="1801301"/>
            </a:xfrm>
            <a:prstGeom prst="rect">
              <a:avLst/>
            </a:prstGeom>
          </p:spPr>
        </p:pic>
      </p:grpSp>
      <p:sp>
        <p:nvSpPr>
          <p:cNvPr id="2" name="Title 1"/>
          <p:cNvSpPr>
            <a:spLocks noGrp="1"/>
          </p:cNvSpPr>
          <p:nvPr>
            <p:ph type="ctrTitle" hasCustomPrompt="1"/>
          </p:nvPr>
        </p:nvSpPr>
        <p:spPr>
          <a:xfrm>
            <a:off x="6970326" y="1679216"/>
            <a:ext cx="4786877" cy="1518315"/>
          </a:xfrm>
        </p:spPr>
        <p:txBody>
          <a:bodyPr anchor="b">
            <a:normAutofit/>
          </a:bodyPr>
          <a:lstStyle>
            <a:lvl1pPr algn="l">
              <a:lnSpc>
                <a:spcPct val="90000"/>
              </a:lnSpc>
              <a:defRPr sz="6000" spc="100" baseline="0">
                <a:solidFill>
                  <a:schemeClr val="accent1"/>
                </a:solidFill>
              </a:defRPr>
            </a:lvl1pPr>
          </a:lstStyle>
          <a:p>
            <a:r>
              <a:rPr lang="en-US" dirty="0"/>
              <a:t>Add title </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29499" y="-2236"/>
            <a:ext cx="6814124" cy="687109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973394 w 6814124"/>
              <a:gd name="connsiteY15" fmla="*/ 6877052 h 6887938"/>
              <a:gd name="connsiteX16" fmla="*/ 0 w 6814124"/>
              <a:gd name="connsiteY16" fmla="*/ 0 h 6887938"/>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0 w 6814124"/>
              <a:gd name="connsiteY15" fmla="*/ 6877052 h 6887938"/>
              <a:gd name="connsiteX16" fmla="*/ 0 w 6814124"/>
              <a:gd name="connsiteY16" fmla="*/ 0 h 6887938"/>
              <a:gd name="connsiteX0" fmla="*/ 0 w 6814124"/>
              <a:gd name="connsiteY0" fmla="*/ 0 h 6896790"/>
              <a:gd name="connsiteX1" fmla="*/ 6814124 w 6814124"/>
              <a:gd name="connsiteY1" fmla="*/ 1 h 6896790"/>
              <a:gd name="connsiteX2" fmla="*/ 6063554 w 6814124"/>
              <a:gd name="connsiteY2" fmla="*/ 2775916 h 6896790"/>
              <a:gd name="connsiteX3" fmla="*/ 5827334 w 6814124"/>
              <a:gd name="connsiteY3" fmla="*/ 2962606 h 6896790"/>
              <a:gd name="connsiteX4" fmla="*/ 5728274 w 6814124"/>
              <a:gd name="connsiteY4" fmla="*/ 2692096 h 6896790"/>
              <a:gd name="connsiteX5" fmla="*/ 5953064 w 6814124"/>
              <a:gd name="connsiteY5" fmla="*/ 1846276 h 6896790"/>
              <a:gd name="connsiteX6" fmla="*/ 5846384 w 6814124"/>
              <a:gd name="connsiteY6" fmla="*/ 1571956 h 6896790"/>
              <a:gd name="connsiteX7" fmla="*/ 5629214 w 6814124"/>
              <a:gd name="connsiteY7" fmla="*/ 1770076 h 6896790"/>
              <a:gd name="connsiteX8" fmla="*/ 4867214 w 6814124"/>
              <a:gd name="connsiteY8" fmla="*/ 4688536 h 6896790"/>
              <a:gd name="connsiteX9" fmla="*/ 4966274 w 6814124"/>
              <a:gd name="connsiteY9" fmla="*/ 4905706 h 6896790"/>
              <a:gd name="connsiteX10" fmla="*/ 5187254 w 6814124"/>
              <a:gd name="connsiteY10" fmla="*/ 4757116 h 6896790"/>
              <a:gd name="connsiteX11" fmla="*/ 5431094 w 6814124"/>
              <a:gd name="connsiteY11" fmla="*/ 3842716 h 6896790"/>
              <a:gd name="connsiteX12" fmla="*/ 5659694 w 6814124"/>
              <a:gd name="connsiteY12" fmla="*/ 3713176 h 6896790"/>
              <a:gd name="connsiteX13" fmla="*/ 5758754 w 6814124"/>
              <a:gd name="connsiteY13" fmla="*/ 3926536 h 6896790"/>
              <a:gd name="connsiteX14" fmla="*/ 5002015 w 6814124"/>
              <a:gd name="connsiteY14" fmla="*/ 6887938 h 6896790"/>
              <a:gd name="connsiteX15" fmla="*/ 0 w 6814124"/>
              <a:gd name="connsiteY15" fmla="*/ 6896790 h 6896790"/>
              <a:gd name="connsiteX16" fmla="*/ 0 w 6814124"/>
              <a:gd name="connsiteY16" fmla="*/ 0 h 689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14124" h="6896790">
                <a:moveTo>
                  <a:pt x="0" y="0"/>
                </a:moveTo>
                <a:lnTo>
                  <a:pt x="6814124" y="1"/>
                </a:lnTo>
                <a:lnTo>
                  <a:pt x="6063554" y="2775916"/>
                </a:lnTo>
                <a:cubicBezTo>
                  <a:pt x="6030534" y="2883866"/>
                  <a:pt x="5993704" y="2976576"/>
                  <a:pt x="5827334" y="2962606"/>
                </a:cubicBezTo>
                <a:cubicBezTo>
                  <a:pt x="5641914" y="2845766"/>
                  <a:pt x="5734624" y="2747976"/>
                  <a:pt x="5728274" y="2692096"/>
                </a:cubicBezTo>
                <a:cubicBezTo>
                  <a:pt x="5818444" y="2355546"/>
                  <a:pt x="5878134" y="2121866"/>
                  <a:pt x="5953064" y="1846276"/>
                </a:cubicBezTo>
                <a:cubicBezTo>
                  <a:pt x="5994974" y="1687526"/>
                  <a:pt x="5969574" y="1615136"/>
                  <a:pt x="5846384" y="1571956"/>
                </a:cubicBezTo>
                <a:cubicBezTo>
                  <a:pt x="5711764" y="1563066"/>
                  <a:pt x="5672394" y="1597356"/>
                  <a:pt x="5629214" y="1770076"/>
                </a:cubicBezTo>
                <a:cubicBezTo>
                  <a:pt x="5644454" y="1858976"/>
                  <a:pt x="4851974" y="4599636"/>
                  <a:pt x="4867214" y="4688536"/>
                </a:cubicBezTo>
                <a:cubicBezTo>
                  <a:pt x="4832289" y="4824426"/>
                  <a:pt x="4898964" y="4880306"/>
                  <a:pt x="4966274" y="4905706"/>
                </a:cubicBezTo>
                <a:cubicBezTo>
                  <a:pt x="5075494" y="4904436"/>
                  <a:pt x="5132009" y="4917136"/>
                  <a:pt x="5187254" y="4757116"/>
                </a:cubicBezTo>
                <a:lnTo>
                  <a:pt x="5431094" y="3842716"/>
                </a:lnTo>
                <a:cubicBezTo>
                  <a:pt x="5455224" y="3756356"/>
                  <a:pt x="5528884" y="3692856"/>
                  <a:pt x="5659694" y="3713176"/>
                </a:cubicBezTo>
                <a:cubicBezTo>
                  <a:pt x="5803204" y="3791916"/>
                  <a:pt x="5756214" y="3882086"/>
                  <a:pt x="5758754" y="3926536"/>
                </a:cubicBezTo>
                <a:lnTo>
                  <a:pt x="5002015" y="6887938"/>
                </a:lnTo>
                <a:lnTo>
                  <a:pt x="0" y="6896790"/>
                </a:lnTo>
                <a:lnTo>
                  <a:pt x="0" y="0"/>
                </a:lnTo>
                <a:close/>
              </a:path>
            </a:pathLst>
          </a:custGeom>
          <a:solidFill>
            <a:schemeClr val="bg2"/>
          </a:solidFill>
          <a:ln>
            <a:noFill/>
          </a:ln>
        </p:spPr>
        <p:txBody>
          <a:bodyPr anchor="ctr"/>
          <a:lstStyle>
            <a:lvl1pPr algn="ctr">
              <a:defRPr baseline="-250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970326" y="3748958"/>
            <a:ext cx="4786878" cy="2258013"/>
          </a:xfrm>
        </p:spPr>
        <p:txBody>
          <a:bodyPr lIns="91440" tIns="0">
            <a:normAutofit/>
          </a:bodyPr>
          <a:lstStyle>
            <a:lvl1pPr marL="0" indent="0">
              <a:spcBef>
                <a:spcPts val="0"/>
              </a:spcBef>
              <a:spcAft>
                <a:spcPts val="0"/>
              </a:spcAft>
              <a:buFont typeface="Courier New" panose="02070309020205020404" pitchFamily="49" charset="0"/>
              <a:buNone/>
              <a:defRPr sz="1600">
                <a:solidFill>
                  <a:schemeClr val="bg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Tree>
    <p:extLst>
      <p:ext uri="{BB962C8B-B14F-4D97-AF65-F5344CB8AC3E}">
        <p14:creationId xmlns:p14="http://schemas.microsoft.com/office/powerpoint/2010/main" val="46274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D6302-7BAC-4823-B417-F7E0594E65BD}"/>
              </a:ext>
            </a:extLst>
          </p:cNvPr>
          <p:cNvSpPr>
            <a:spLocks noGrp="1"/>
          </p:cNvSpPr>
          <p:nvPr>
            <p:ph type="title"/>
          </p:nvPr>
        </p:nvSpPr>
        <p:spPr/>
        <p:txBody>
          <a:bodyPr/>
          <a:lstStyle>
            <a:lvl1pPr>
              <a:defRPr>
                <a:latin typeface="Garamond" panose="020204040303010108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6C46EA7-34B8-41C1-BB23-8D9D58F1DDD0}"/>
              </a:ext>
            </a:extLst>
          </p:cNvPr>
          <p:cNvSpPr>
            <a:spLocks noGrp="1"/>
          </p:cNvSpPr>
          <p:nvPr>
            <p:ph idx="1"/>
          </p:nvPr>
        </p:nvSpPr>
        <p:spPr/>
        <p:txBody>
          <a:bodyPr/>
          <a:lstStyle>
            <a:lvl1pPr>
              <a:defRPr>
                <a:latin typeface="Garamond" panose="02020404030301010803" pitchFamily="18" charset="0"/>
              </a:defRPr>
            </a:lvl1pPr>
            <a:lvl2pPr>
              <a:defRPr>
                <a:latin typeface="Rockwell" panose="02060603020205020403" pitchFamily="18"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01056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Add title here</a:t>
            </a:r>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8">
            <a:extLst>
              <a:ext uri="{FF2B5EF4-FFF2-40B4-BE49-F238E27FC236}">
                <a16:creationId xmlns:a16="http://schemas.microsoft.com/office/drawing/2014/main" id="{16BCAC9C-7B8B-A7E5-574A-2C2D473655B3}"/>
              </a:ext>
            </a:extLst>
          </p:cNvPr>
          <p:cNvSpPr>
            <a:spLocks noGrp="1"/>
          </p:cNvSpPr>
          <p:nvPr>
            <p:ph type="ftr" sz="quarter" idx="3"/>
          </p:nvPr>
        </p:nvSpPr>
        <p:spPr>
          <a:xfrm>
            <a:off x="643051" y="6221324"/>
            <a:ext cx="6818262"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8" name="Slide Number Placeholder 9">
            <a:extLst>
              <a:ext uri="{FF2B5EF4-FFF2-40B4-BE49-F238E27FC236}">
                <a16:creationId xmlns:a16="http://schemas.microsoft.com/office/drawing/2014/main" id="{E44D41BF-45CF-B60E-08D3-A8C49332E574}"/>
              </a:ext>
            </a:extLst>
          </p:cNvPr>
          <p:cNvSpPr>
            <a:spLocks noGrp="1"/>
          </p:cNvSpPr>
          <p:nvPr>
            <p:ph type="sldNum" sz="quarter" idx="4"/>
          </p:nvPr>
        </p:nvSpPr>
        <p:spPr>
          <a:xfrm>
            <a:off x="10930596" y="622132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68232827"/>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9" r:id="rId5"/>
    <p:sldLayoutId id="2147483746" r:id="rId6"/>
    <p:sldLayoutId id="2147483747" r:id="rId7"/>
    <p:sldLayoutId id="2147483748" r:id="rId8"/>
    <p:sldLayoutId id="2147483750" r:id="rId9"/>
    <p:sldLayoutId id="2147483756" r:id="rId10"/>
    <p:sldLayoutId id="2147483751" r:id="rId11"/>
    <p:sldLayoutId id="2147483752" r:id="rId12"/>
    <p:sldLayoutId id="2147483754" r:id="rId13"/>
    <p:sldLayoutId id="2147483755" r:id="rId14"/>
    <p:sldLayoutId id="2147483753" r:id="rId15"/>
    <p:sldLayoutId id="2147483757" r:id="rId16"/>
  </p:sldLayoutIdLst>
  <p:hf hdr="0" dt="0"/>
  <p:txStyles>
    <p:titleStyle>
      <a:lvl1pPr algn="l" defTabSz="914400" rtl="0" eaLnBrk="1" latinLnBrk="0" hangingPunct="1">
        <a:lnSpc>
          <a:spcPct val="90000"/>
        </a:lnSpc>
        <a:spcBef>
          <a:spcPct val="0"/>
        </a:spcBef>
        <a:buNone/>
        <a:defRPr sz="6000" kern="1200" spc="-50" baseline="0">
          <a:solidFill>
            <a:schemeClr val="tx1"/>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openxmlformats.org/officeDocument/2006/relationships/hyperlink" Target="https://docs.aws.amazon.com/waf/latest/developerguide/waf-rule-statement-type-xss-match.html" TargetMode="External"/><Relationship Id="rId3" Type="http://schemas.openxmlformats.org/officeDocument/2006/relationships/hyperlink" Target="https://docs.aws.amazon.com/waf/latest/developerguide/waf-rule-statement-type-ipset-match.html" TargetMode="External"/><Relationship Id="rId7" Type="http://schemas.openxmlformats.org/officeDocument/2006/relationships/hyperlink" Target="https://docs.aws.amazon.com/waf/latest/developerguide/waf-rule-statement-type-string-match.html" TargetMode="External"/><Relationship Id="rId2" Type="http://schemas.openxmlformats.org/officeDocument/2006/relationships/hyperlink" Target="https://docs.aws.amazon.com/waf/latest/developerguide/waf-rule-statement-type-geo-match.html" TargetMode="External"/><Relationship Id="rId1" Type="http://schemas.openxmlformats.org/officeDocument/2006/relationships/slideLayout" Target="../slideLayouts/slideLayout16.xml"/><Relationship Id="rId6" Type="http://schemas.openxmlformats.org/officeDocument/2006/relationships/hyperlink" Target="https://docs.aws.amazon.com/waf/latest/developerguide/waf-rule-statement-type-sqli-match.html" TargetMode="External"/><Relationship Id="rId5" Type="http://schemas.openxmlformats.org/officeDocument/2006/relationships/hyperlink" Target="https://docs.aws.amazon.com/waf/latest/developerguide/waf-rule-statement-type-size-constraint-match.html" TargetMode="External"/><Relationship Id="rId4" Type="http://schemas.openxmlformats.org/officeDocument/2006/relationships/hyperlink" Target="https://docs.aws.amazon.com/waf/latest/developerguide/waf-rule-statement-type-regex-pattern-set-match.html"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itle 94">
            <a:extLst>
              <a:ext uri="{FF2B5EF4-FFF2-40B4-BE49-F238E27FC236}">
                <a16:creationId xmlns:a16="http://schemas.microsoft.com/office/drawing/2014/main" id="{7643F50D-950F-5A7E-722A-79E4F5D31565}"/>
              </a:ext>
            </a:extLst>
          </p:cNvPr>
          <p:cNvSpPr>
            <a:spLocks noGrp="1"/>
          </p:cNvSpPr>
          <p:nvPr>
            <p:ph type="ctrTitle"/>
          </p:nvPr>
        </p:nvSpPr>
        <p:spPr>
          <a:xfrm>
            <a:off x="7119890" y="723440"/>
            <a:ext cx="4323426" cy="2579052"/>
          </a:xfrm>
        </p:spPr>
        <p:txBody>
          <a:bodyPr>
            <a:normAutofit/>
          </a:bodyPr>
          <a:lstStyle/>
          <a:p>
            <a:r>
              <a:rPr lang="en-US" dirty="0"/>
              <a:t>AWS WAF</a:t>
            </a:r>
          </a:p>
        </p:txBody>
      </p:sp>
      <p:sp>
        <p:nvSpPr>
          <p:cNvPr id="96" name="Subtitle 95">
            <a:extLst>
              <a:ext uri="{FF2B5EF4-FFF2-40B4-BE49-F238E27FC236}">
                <a16:creationId xmlns:a16="http://schemas.microsoft.com/office/drawing/2014/main" id="{1C5A4B6C-BAC7-A685-A9B1-2F354B12832E}"/>
              </a:ext>
            </a:extLst>
          </p:cNvPr>
          <p:cNvSpPr>
            <a:spLocks noGrp="1"/>
          </p:cNvSpPr>
          <p:nvPr>
            <p:ph type="subTitle" idx="1"/>
          </p:nvPr>
        </p:nvSpPr>
        <p:spPr>
          <a:xfrm>
            <a:off x="7128152" y="5248834"/>
            <a:ext cx="4323426" cy="1008925"/>
          </a:xfrm>
        </p:spPr>
        <p:txBody>
          <a:bodyPr/>
          <a:lstStyle/>
          <a:p>
            <a:r>
              <a:rPr lang="en-US" dirty="0"/>
              <a:t>Presentation by: </a:t>
            </a:r>
          </a:p>
          <a:p>
            <a:r>
              <a:rPr lang="en-US" dirty="0"/>
              <a:t>S.Suresh</a:t>
            </a:r>
          </a:p>
          <a:p>
            <a:r>
              <a:rPr lang="en-US" dirty="0" err="1"/>
              <a:t>CloudSIKSHA</a:t>
            </a:r>
            <a:endParaRPr lang="en-US" dirty="0"/>
          </a:p>
        </p:txBody>
      </p:sp>
      <p:pic>
        <p:nvPicPr>
          <p:cNvPr id="82" name="Picture Placeholder 81" descr="Close-up of a server network panel with lights and cables">
            <a:extLst>
              <a:ext uri="{FF2B5EF4-FFF2-40B4-BE49-F238E27FC236}">
                <a16:creationId xmlns:a16="http://schemas.microsoft.com/office/drawing/2014/main" id="{146F06CC-0FBA-25FB-03E4-AEA27BB636B2}"/>
              </a:ext>
            </a:extLst>
          </p:cNvPr>
          <p:cNvPicPr>
            <a:picLocks noGrp="1" noChangeAspect="1"/>
          </p:cNvPicPr>
          <p:nvPr>
            <p:ph type="pic" sz="quarter" idx="11"/>
          </p:nvPr>
        </p:nvPicPr>
        <p:blipFill>
          <a:blip r:embed="rId3"/>
          <a:srcRect l="21636" r="21636"/>
          <a:stretch/>
        </p:blipFill>
        <p:spPr>
          <a:xfrm>
            <a:off x="0" y="-2235"/>
            <a:ext cx="5840730" cy="6862275"/>
          </a:xfrm>
        </p:spPr>
      </p:pic>
      <p:sp>
        <p:nvSpPr>
          <p:cNvPr id="53" name="Freeform: Shape 52">
            <a:extLst>
              <a:ext uri="{FF2B5EF4-FFF2-40B4-BE49-F238E27FC236}">
                <a16:creationId xmlns:a16="http://schemas.microsoft.com/office/drawing/2014/main" id="{D96C8D99-3232-849B-9CC8-6E4982208FEA}"/>
              </a:ext>
              <a:ext uri="{C183D7F6-B498-43B3-948B-1728B52AA6E4}">
                <adec:decorative xmlns:adec="http://schemas.microsoft.com/office/drawing/2017/decorative" val="1"/>
              </a:ext>
            </a:extLst>
          </p:cNvPr>
          <p:cNvSpPr/>
          <p:nvPr/>
        </p:nvSpPr>
        <p:spPr>
          <a:xfrm rot="10800000">
            <a:off x="3507757" y="-11160"/>
            <a:ext cx="2553080" cy="6858841"/>
          </a:xfrm>
          <a:custGeom>
            <a:avLst/>
            <a:gdLst>
              <a:gd name="connsiteX0" fmla="*/ 2526446 w 2553080"/>
              <a:gd name="connsiteY0" fmla="*/ 0 h 6858841"/>
              <a:gd name="connsiteX1" fmla="*/ 1707127 w 2553080"/>
              <a:gd name="connsiteY1" fmla="*/ 3182290 h 6858841"/>
              <a:gd name="connsiteX2" fmla="*/ 1365955 w 2553080"/>
              <a:gd name="connsiteY2" fmla="*/ 4453431 h 6858841"/>
              <a:gd name="connsiteX3" fmla="*/ 1182052 w 2553080"/>
              <a:gd name="connsiteY3" fmla="*/ 4538343 h 6858841"/>
              <a:gd name="connsiteX4" fmla="*/ 1070442 w 2553080"/>
              <a:gd name="connsiteY4" fmla="*/ 4344440 h 6858841"/>
              <a:gd name="connsiteX5" fmla="*/ 1329175 w 2553080"/>
              <a:gd name="connsiteY5" fmla="*/ 3390133 h 6858841"/>
              <a:gd name="connsiteX6" fmla="*/ 1311418 w 2553080"/>
              <a:gd name="connsiteY6" fmla="*/ 3250726 h 6858841"/>
              <a:gd name="connsiteX7" fmla="*/ 1199808 w 2553080"/>
              <a:gd name="connsiteY7" fmla="*/ 3164547 h 6858841"/>
              <a:gd name="connsiteX8" fmla="*/ 975320 w 2553080"/>
              <a:gd name="connsiteY8" fmla="*/ 3293816 h 6858841"/>
              <a:gd name="connsiteX9" fmla="*/ 582148 w 2553080"/>
              <a:gd name="connsiteY9" fmla="*/ 4743652 h 6858841"/>
              <a:gd name="connsiteX10" fmla="*/ 5073 w 2553080"/>
              <a:gd name="connsiteY10" fmla="*/ 6842367 h 6858841"/>
              <a:gd name="connsiteX11" fmla="*/ 0 w 2553080"/>
              <a:gd name="connsiteY11" fmla="*/ 6858842 h 6858841"/>
              <a:gd name="connsiteX12" fmla="*/ 26634 w 2553080"/>
              <a:gd name="connsiteY12" fmla="*/ 6858842 h 6858841"/>
              <a:gd name="connsiteX13" fmla="*/ 607514 w 2553080"/>
              <a:gd name="connsiteY13" fmla="*/ 4751256 h 6858841"/>
              <a:gd name="connsiteX14" fmla="*/ 1000686 w 2553080"/>
              <a:gd name="connsiteY14" fmla="*/ 3301420 h 6858841"/>
              <a:gd name="connsiteX15" fmla="*/ 1194735 w 2553080"/>
              <a:gd name="connsiteY15" fmla="*/ 3189894 h 6858841"/>
              <a:gd name="connsiteX16" fmla="*/ 1289857 w 2553080"/>
              <a:gd name="connsiteY16" fmla="*/ 3263399 h 6858841"/>
              <a:gd name="connsiteX17" fmla="*/ 1305077 w 2553080"/>
              <a:gd name="connsiteY17" fmla="*/ 3383797 h 6858841"/>
              <a:gd name="connsiteX18" fmla="*/ 1046345 w 2553080"/>
              <a:gd name="connsiteY18" fmla="*/ 4338103 h 6858841"/>
              <a:gd name="connsiteX19" fmla="*/ 1175711 w 2553080"/>
              <a:gd name="connsiteY19" fmla="*/ 4562423 h 6858841"/>
              <a:gd name="connsiteX20" fmla="*/ 1390053 w 2553080"/>
              <a:gd name="connsiteY20" fmla="*/ 4462303 h 6858841"/>
              <a:gd name="connsiteX21" fmla="*/ 1390053 w 2553080"/>
              <a:gd name="connsiteY21" fmla="*/ 4461035 h 6858841"/>
              <a:gd name="connsiteX22" fmla="*/ 1731225 w 2553080"/>
              <a:gd name="connsiteY22" fmla="*/ 3188627 h 6858841"/>
              <a:gd name="connsiteX23" fmla="*/ 2553081 w 2553080"/>
              <a:gd name="connsiteY23" fmla="*/ 1267 h 6858841"/>
              <a:gd name="connsiteX24" fmla="*/ 2526446 w 2553080"/>
              <a:gd name="connsiteY24" fmla="*/ 0 h 685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53080" h="6858841">
                <a:moveTo>
                  <a:pt x="2526446" y="0"/>
                </a:moveTo>
                <a:lnTo>
                  <a:pt x="1707127" y="3182290"/>
                </a:lnTo>
                <a:lnTo>
                  <a:pt x="1365955" y="4453431"/>
                </a:lnTo>
                <a:cubicBezTo>
                  <a:pt x="1332979" y="4523135"/>
                  <a:pt x="1255613" y="4558621"/>
                  <a:pt x="1182052" y="4538343"/>
                </a:cubicBezTo>
                <a:cubicBezTo>
                  <a:pt x="1098345" y="4515531"/>
                  <a:pt x="1047613" y="4428085"/>
                  <a:pt x="1070442" y="4344440"/>
                </a:cubicBezTo>
                <a:lnTo>
                  <a:pt x="1329175" y="3390133"/>
                </a:lnTo>
                <a:cubicBezTo>
                  <a:pt x="1341858" y="3343242"/>
                  <a:pt x="1335516" y="3293816"/>
                  <a:pt x="1311418" y="3250726"/>
                </a:cubicBezTo>
                <a:cubicBezTo>
                  <a:pt x="1287321" y="3207637"/>
                  <a:pt x="1248004" y="3177220"/>
                  <a:pt x="1199808" y="3164547"/>
                </a:cubicBezTo>
                <a:cubicBezTo>
                  <a:pt x="1102150" y="3137933"/>
                  <a:pt x="1000686" y="3196230"/>
                  <a:pt x="975320" y="3293816"/>
                </a:cubicBezTo>
                <a:lnTo>
                  <a:pt x="582148" y="4743652"/>
                </a:lnTo>
                <a:lnTo>
                  <a:pt x="5073" y="6842367"/>
                </a:lnTo>
                <a:cubicBezTo>
                  <a:pt x="5073" y="6842367"/>
                  <a:pt x="1268" y="6855040"/>
                  <a:pt x="0" y="6858842"/>
                </a:cubicBezTo>
                <a:lnTo>
                  <a:pt x="26634" y="6858842"/>
                </a:lnTo>
                <a:lnTo>
                  <a:pt x="607514" y="4751256"/>
                </a:lnTo>
                <a:lnTo>
                  <a:pt x="1000686" y="3301420"/>
                </a:lnTo>
                <a:cubicBezTo>
                  <a:pt x="1023515" y="3217775"/>
                  <a:pt x="1111028" y="3167082"/>
                  <a:pt x="1194735" y="3189894"/>
                </a:cubicBezTo>
                <a:cubicBezTo>
                  <a:pt x="1235321" y="3201300"/>
                  <a:pt x="1269565" y="3226647"/>
                  <a:pt x="1289857" y="3263399"/>
                </a:cubicBezTo>
                <a:cubicBezTo>
                  <a:pt x="1311418" y="3300152"/>
                  <a:pt x="1316492" y="3341975"/>
                  <a:pt x="1305077" y="3383797"/>
                </a:cubicBezTo>
                <a:lnTo>
                  <a:pt x="1046345" y="4338103"/>
                </a:lnTo>
                <a:cubicBezTo>
                  <a:pt x="1019710" y="4435689"/>
                  <a:pt x="1078052" y="4537076"/>
                  <a:pt x="1175711" y="4562423"/>
                </a:cubicBezTo>
                <a:cubicBezTo>
                  <a:pt x="1261955" y="4585235"/>
                  <a:pt x="1352004" y="4543413"/>
                  <a:pt x="1390053" y="4462303"/>
                </a:cubicBezTo>
                <a:lnTo>
                  <a:pt x="1390053" y="4461035"/>
                </a:lnTo>
                <a:lnTo>
                  <a:pt x="1731225" y="3188627"/>
                </a:lnTo>
                <a:lnTo>
                  <a:pt x="2553081" y="1267"/>
                </a:lnTo>
                <a:cubicBezTo>
                  <a:pt x="2544203" y="0"/>
                  <a:pt x="2535325" y="0"/>
                  <a:pt x="2526446" y="0"/>
                </a:cubicBezTo>
                <a:close/>
              </a:path>
            </a:pathLst>
          </a:custGeom>
          <a:solidFill>
            <a:schemeClr val="accent1"/>
          </a:solidFill>
          <a:ln w="9116" cap="flat">
            <a:noFill/>
            <a:prstDash val="solid"/>
            <a:miter/>
          </a:ln>
        </p:spPr>
        <p:txBody>
          <a:bodyPr rtlCol="0" anchor="ctr"/>
          <a:lstStyle/>
          <a:p>
            <a:endParaRPr lang="en-US" dirty="0"/>
          </a:p>
        </p:txBody>
      </p:sp>
    </p:spTree>
    <p:extLst>
      <p:ext uri="{BB962C8B-B14F-4D97-AF65-F5344CB8AC3E}">
        <p14:creationId xmlns:p14="http://schemas.microsoft.com/office/powerpoint/2010/main" val="3503979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672AA-1447-4AB5-934D-B2B5DD632C1D}"/>
              </a:ext>
            </a:extLst>
          </p:cNvPr>
          <p:cNvSpPr>
            <a:spLocks noGrp="1"/>
          </p:cNvSpPr>
          <p:nvPr>
            <p:ph type="title"/>
          </p:nvPr>
        </p:nvSpPr>
        <p:spPr>
          <a:xfrm>
            <a:off x="1097280" y="286603"/>
            <a:ext cx="10058400" cy="1450757"/>
          </a:xfrm>
        </p:spPr>
        <p:txBody>
          <a:bodyPr anchor="b">
            <a:normAutofit/>
          </a:bodyPr>
          <a:lstStyle/>
          <a:p>
            <a:r>
              <a:rPr lang="en-US"/>
              <a:t>WAF</a:t>
            </a:r>
          </a:p>
        </p:txBody>
      </p:sp>
      <p:graphicFrame>
        <p:nvGraphicFramePr>
          <p:cNvPr id="5" name="Content Placeholder 2">
            <a:extLst>
              <a:ext uri="{FF2B5EF4-FFF2-40B4-BE49-F238E27FC236}">
                <a16:creationId xmlns:a16="http://schemas.microsoft.com/office/drawing/2014/main" id="{21FBA128-452E-46E0-B46F-D40D915031D7}"/>
              </a:ext>
            </a:extLst>
          </p:cNvPr>
          <p:cNvGraphicFramePr>
            <a:graphicFrameLocks noGrp="1"/>
          </p:cNvGraphicFramePr>
          <p:nvPr>
            <p:ph idx="1"/>
            <p:extLst>
              <p:ext uri="{D42A27DB-BD31-4B8C-83A1-F6EECF244321}">
                <p14:modId xmlns:p14="http://schemas.microsoft.com/office/powerpoint/2010/main" val="2390039661"/>
              </p:ext>
            </p:extLst>
          </p:nvPr>
        </p:nvGraphicFramePr>
        <p:xfrm>
          <a:off x="1097280" y="2108201"/>
          <a:ext cx="10058400" cy="37608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1213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340FD-12CE-42C2-85B9-C423D3066848}"/>
              </a:ext>
            </a:extLst>
          </p:cNvPr>
          <p:cNvSpPr>
            <a:spLocks noGrp="1"/>
          </p:cNvSpPr>
          <p:nvPr>
            <p:ph type="title"/>
          </p:nvPr>
        </p:nvSpPr>
        <p:spPr>
          <a:xfrm>
            <a:off x="1097280" y="286603"/>
            <a:ext cx="10058400" cy="1450757"/>
          </a:xfrm>
        </p:spPr>
        <p:txBody>
          <a:bodyPr anchor="b">
            <a:normAutofit/>
          </a:bodyPr>
          <a:lstStyle/>
          <a:p>
            <a:r>
              <a:rPr lang="en-US"/>
              <a:t>How WAF Works</a:t>
            </a:r>
          </a:p>
        </p:txBody>
      </p:sp>
      <p:graphicFrame>
        <p:nvGraphicFramePr>
          <p:cNvPr id="5" name="Content Placeholder 2">
            <a:extLst>
              <a:ext uri="{FF2B5EF4-FFF2-40B4-BE49-F238E27FC236}">
                <a16:creationId xmlns:a16="http://schemas.microsoft.com/office/drawing/2014/main" id="{28CE1970-27CB-4F81-B4BA-FD54A7CC25EE}"/>
              </a:ext>
            </a:extLst>
          </p:cNvPr>
          <p:cNvGraphicFramePr>
            <a:graphicFrameLocks noGrp="1"/>
          </p:cNvGraphicFramePr>
          <p:nvPr>
            <p:ph idx="1"/>
            <p:extLst>
              <p:ext uri="{D42A27DB-BD31-4B8C-83A1-F6EECF244321}">
                <p14:modId xmlns:p14="http://schemas.microsoft.com/office/powerpoint/2010/main" val="2821128197"/>
              </p:ext>
            </p:extLst>
          </p:nvPr>
        </p:nvGraphicFramePr>
        <p:xfrm>
          <a:off x="1097280" y="2108201"/>
          <a:ext cx="10058400" cy="37608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47975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F4B2B-1366-4A7D-B32D-450D91F49BA5}"/>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Rule Statement</a:t>
            </a:r>
          </a:p>
        </p:txBody>
      </p:sp>
      <p:graphicFrame>
        <p:nvGraphicFramePr>
          <p:cNvPr id="4" name="Content Placeholder 3">
            <a:extLst>
              <a:ext uri="{FF2B5EF4-FFF2-40B4-BE49-F238E27FC236}">
                <a16:creationId xmlns:a16="http://schemas.microsoft.com/office/drawing/2014/main" id="{1A4BF1B8-6F1D-4A96-A14A-D1B90D24C6FC}"/>
              </a:ext>
            </a:extLst>
          </p:cNvPr>
          <p:cNvGraphicFramePr>
            <a:graphicFrameLocks noGrp="1"/>
          </p:cNvGraphicFramePr>
          <p:nvPr>
            <p:ph idx="1"/>
          </p:nvPr>
        </p:nvGraphicFramePr>
        <p:xfrm>
          <a:off x="4864608" y="809884"/>
          <a:ext cx="6846364" cy="5616711"/>
        </p:xfrm>
        <a:graphic>
          <a:graphicData uri="http://schemas.openxmlformats.org/drawingml/2006/table">
            <a:tbl>
              <a:tblPr firstRow="1" bandRow="1">
                <a:tableStyleId>{8EC20E35-A176-4012-BC5E-935CFFF8708E}</a:tableStyleId>
              </a:tblPr>
              <a:tblGrid>
                <a:gridCol w="1817062">
                  <a:extLst>
                    <a:ext uri="{9D8B030D-6E8A-4147-A177-3AD203B41FA5}">
                      <a16:colId xmlns:a16="http://schemas.microsoft.com/office/drawing/2014/main" val="3884522050"/>
                    </a:ext>
                  </a:extLst>
                </a:gridCol>
                <a:gridCol w="1885587">
                  <a:extLst>
                    <a:ext uri="{9D8B030D-6E8A-4147-A177-3AD203B41FA5}">
                      <a16:colId xmlns:a16="http://schemas.microsoft.com/office/drawing/2014/main" val="2285203905"/>
                    </a:ext>
                  </a:extLst>
                </a:gridCol>
                <a:gridCol w="1817062">
                  <a:extLst>
                    <a:ext uri="{9D8B030D-6E8A-4147-A177-3AD203B41FA5}">
                      <a16:colId xmlns:a16="http://schemas.microsoft.com/office/drawing/2014/main" val="427384208"/>
                    </a:ext>
                  </a:extLst>
                </a:gridCol>
                <a:gridCol w="1326653">
                  <a:extLst>
                    <a:ext uri="{9D8B030D-6E8A-4147-A177-3AD203B41FA5}">
                      <a16:colId xmlns:a16="http://schemas.microsoft.com/office/drawing/2014/main" val="2377551699"/>
                    </a:ext>
                  </a:extLst>
                </a:gridCol>
              </a:tblGrid>
              <a:tr h="277030">
                <a:tc>
                  <a:txBody>
                    <a:bodyPr/>
                    <a:lstStyle/>
                    <a:p>
                      <a:pPr algn="l" fontAlgn="t"/>
                      <a:r>
                        <a:rPr lang="en-US" sz="1300" b="1" dirty="0">
                          <a:solidFill>
                            <a:schemeClr val="bg1"/>
                          </a:solidFill>
                          <a:effectLst/>
                        </a:rPr>
                        <a:t>Match Statement</a:t>
                      </a:r>
                    </a:p>
                  </a:txBody>
                  <a:tcPr marL="21946" marR="21946" marT="21946" marB="21946"/>
                </a:tc>
                <a:tc>
                  <a:txBody>
                    <a:bodyPr/>
                    <a:lstStyle/>
                    <a:p>
                      <a:pPr algn="l" fontAlgn="t"/>
                      <a:r>
                        <a:rPr lang="en-US" sz="1300" b="1" dirty="0">
                          <a:solidFill>
                            <a:schemeClr val="bg1"/>
                          </a:solidFill>
                          <a:effectLst/>
                        </a:rPr>
                        <a:t>Description</a:t>
                      </a:r>
                    </a:p>
                  </a:txBody>
                  <a:tcPr marL="21946" marR="21946" marT="21946" marB="21946"/>
                </a:tc>
                <a:tc>
                  <a:txBody>
                    <a:bodyPr/>
                    <a:lstStyle/>
                    <a:p>
                      <a:pPr algn="l" fontAlgn="t"/>
                      <a:r>
                        <a:rPr lang="en-US" sz="1300" b="1" dirty="0">
                          <a:solidFill>
                            <a:schemeClr val="bg1"/>
                          </a:solidFill>
                          <a:effectLst/>
                        </a:rPr>
                        <a:t>WCUs</a:t>
                      </a:r>
                    </a:p>
                  </a:txBody>
                  <a:tcPr marL="21946" marR="21946" marT="21946" marB="21946"/>
                </a:tc>
                <a:tc>
                  <a:txBody>
                    <a:bodyPr/>
                    <a:lstStyle/>
                    <a:p>
                      <a:pPr algn="l" fontAlgn="t"/>
                      <a:r>
                        <a:rPr lang="en-US" sz="1300" b="1" dirty="0">
                          <a:solidFill>
                            <a:schemeClr val="bg1"/>
                          </a:solidFill>
                          <a:effectLst/>
                        </a:rPr>
                        <a:t>Nestable?</a:t>
                      </a:r>
                    </a:p>
                  </a:txBody>
                  <a:tcPr marL="21946" marR="21946" marT="21946" marB="21946"/>
                </a:tc>
                <a:extLst>
                  <a:ext uri="{0D108BD9-81ED-4DB2-BD59-A6C34878D82A}">
                    <a16:rowId xmlns:a16="http://schemas.microsoft.com/office/drawing/2014/main" val="892096555"/>
                  </a:ext>
                </a:extLst>
              </a:tr>
              <a:tr h="468413">
                <a:tc>
                  <a:txBody>
                    <a:bodyPr/>
                    <a:lstStyle/>
                    <a:p>
                      <a:pPr fontAlgn="t"/>
                      <a:r>
                        <a:rPr lang="en-US" sz="1300" u="none" strike="noStrike">
                          <a:solidFill>
                            <a:srgbClr val="E48700"/>
                          </a:solidFill>
                          <a:effectLst/>
                          <a:hlinkClick r:id="rId2"/>
                        </a:rPr>
                        <a:t>Geographic Match</a:t>
                      </a:r>
                      <a:endParaRPr lang="en-US" sz="1300">
                        <a:effectLst/>
                      </a:endParaRPr>
                    </a:p>
                  </a:txBody>
                  <a:tcPr marL="21946" marR="21946" marT="21946" marB="21946"/>
                </a:tc>
                <a:tc>
                  <a:txBody>
                    <a:bodyPr/>
                    <a:lstStyle/>
                    <a:p>
                      <a:pPr fontAlgn="t"/>
                      <a:r>
                        <a:rPr lang="en-US" sz="1300">
                          <a:effectLst/>
                        </a:rPr>
                        <a:t>Inspects the request's country of origin.</a:t>
                      </a:r>
                    </a:p>
                  </a:txBody>
                  <a:tcPr marL="21946" marR="21946" marT="21946" marB="21946"/>
                </a:tc>
                <a:tc>
                  <a:txBody>
                    <a:bodyPr/>
                    <a:lstStyle/>
                    <a:p>
                      <a:pPr fontAlgn="t"/>
                      <a:r>
                        <a:rPr lang="en-US" sz="1300">
                          <a:effectLst/>
                        </a:rPr>
                        <a:t>1</a:t>
                      </a:r>
                    </a:p>
                  </a:txBody>
                  <a:tcPr marL="21946" marR="21946" marT="21946" marB="21946"/>
                </a:tc>
                <a:tc>
                  <a:txBody>
                    <a:bodyPr/>
                    <a:lstStyle/>
                    <a:p>
                      <a:pPr fontAlgn="t"/>
                      <a:r>
                        <a:rPr lang="en-US" sz="1300">
                          <a:effectLst/>
                        </a:rPr>
                        <a:t>Yes</a:t>
                      </a:r>
                    </a:p>
                  </a:txBody>
                  <a:tcPr marL="21946" marR="21946" marT="21946" marB="21946"/>
                </a:tc>
                <a:extLst>
                  <a:ext uri="{0D108BD9-81ED-4DB2-BD59-A6C34878D82A}">
                    <a16:rowId xmlns:a16="http://schemas.microsoft.com/office/drawing/2014/main" val="3961207738"/>
                  </a:ext>
                </a:extLst>
              </a:tr>
              <a:tr h="851178">
                <a:tc>
                  <a:txBody>
                    <a:bodyPr/>
                    <a:lstStyle/>
                    <a:p>
                      <a:pPr fontAlgn="t"/>
                      <a:r>
                        <a:rPr lang="en-US" sz="1300" u="none" strike="noStrike">
                          <a:solidFill>
                            <a:srgbClr val="E48700"/>
                          </a:solidFill>
                          <a:effectLst/>
                          <a:hlinkClick r:id="rId3"/>
                        </a:rPr>
                        <a:t>IP Set Match</a:t>
                      </a:r>
                      <a:endParaRPr lang="en-US" sz="1300">
                        <a:effectLst/>
                      </a:endParaRPr>
                    </a:p>
                  </a:txBody>
                  <a:tcPr marL="21946" marR="21946" marT="21946" marB="21946"/>
                </a:tc>
                <a:tc>
                  <a:txBody>
                    <a:bodyPr/>
                    <a:lstStyle/>
                    <a:p>
                      <a:pPr fontAlgn="t"/>
                      <a:r>
                        <a:rPr lang="en-US" sz="1300">
                          <a:effectLst/>
                        </a:rPr>
                        <a:t>Compares the request origin against a set of IP addresses and address ranges.</a:t>
                      </a:r>
                    </a:p>
                  </a:txBody>
                  <a:tcPr marL="21946" marR="21946" marT="21946" marB="21946"/>
                </a:tc>
                <a:tc>
                  <a:txBody>
                    <a:bodyPr/>
                    <a:lstStyle/>
                    <a:p>
                      <a:pPr fontAlgn="t"/>
                      <a:r>
                        <a:rPr lang="en-US" sz="1300">
                          <a:effectLst/>
                        </a:rPr>
                        <a:t>1</a:t>
                      </a:r>
                    </a:p>
                  </a:txBody>
                  <a:tcPr marL="21946" marR="21946" marT="21946" marB="21946"/>
                </a:tc>
                <a:tc>
                  <a:txBody>
                    <a:bodyPr/>
                    <a:lstStyle/>
                    <a:p>
                      <a:pPr fontAlgn="t"/>
                      <a:r>
                        <a:rPr lang="en-US" sz="1300">
                          <a:effectLst/>
                        </a:rPr>
                        <a:t>Yes</a:t>
                      </a:r>
                    </a:p>
                  </a:txBody>
                  <a:tcPr marL="21946" marR="21946" marT="21946" marB="21946"/>
                </a:tc>
                <a:extLst>
                  <a:ext uri="{0D108BD9-81ED-4DB2-BD59-A6C34878D82A}">
                    <a16:rowId xmlns:a16="http://schemas.microsoft.com/office/drawing/2014/main" val="744146066"/>
                  </a:ext>
                </a:extLst>
              </a:tr>
              <a:tr h="659796">
                <a:tc>
                  <a:txBody>
                    <a:bodyPr/>
                    <a:lstStyle/>
                    <a:p>
                      <a:pPr fontAlgn="t"/>
                      <a:r>
                        <a:rPr lang="en-US" sz="1300" u="none" strike="noStrike">
                          <a:solidFill>
                            <a:srgbClr val="E48700"/>
                          </a:solidFill>
                          <a:effectLst/>
                          <a:hlinkClick r:id="rId4"/>
                        </a:rPr>
                        <a:t>Regex Pattern Set</a:t>
                      </a:r>
                      <a:endParaRPr lang="en-US" sz="1300">
                        <a:effectLst/>
                      </a:endParaRPr>
                    </a:p>
                  </a:txBody>
                  <a:tcPr marL="21946" marR="21946" marT="21946" marB="21946"/>
                </a:tc>
                <a:tc>
                  <a:txBody>
                    <a:bodyPr/>
                    <a:lstStyle/>
                    <a:p>
                      <a:pPr fontAlgn="t"/>
                      <a:r>
                        <a:rPr lang="en-US" sz="1300">
                          <a:effectLst/>
                        </a:rPr>
                        <a:t>Compares regex patterns against a specified request component.</a:t>
                      </a:r>
                    </a:p>
                  </a:txBody>
                  <a:tcPr marL="21946" marR="21946" marT="21946" marB="21946"/>
                </a:tc>
                <a:tc>
                  <a:txBody>
                    <a:bodyPr/>
                    <a:lstStyle/>
                    <a:p>
                      <a:pPr fontAlgn="t"/>
                      <a:r>
                        <a:rPr lang="en-US" sz="1300">
                          <a:effectLst/>
                        </a:rPr>
                        <a:t>25 per pattern set</a:t>
                      </a:r>
                    </a:p>
                  </a:txBody>
                  <a:tcPr marL="21946" marR="21946" marT="21946" marB="21946"/>
                </a:tc>
                <a:tc>
                  <a:txBody>
                    <a:bodyPr/>
                    <a:lstStyle/>
                    <a:p>
                      <a:pPr fontAlgn="t"/>
                      <a:r>
                        <a:rPr lang="en-US" sz="1300">
                          <a:effectLst/>
                        </a:rPr>
                        <a:t>Yes</a:t>
                      </a:r>
                    </a:p>
                  </a:txBody>
                  <a:tcPr marL="21946" marR="21946" marT="21946" marB="21946"/>
                </a:tc>
                <a:extLst>
                  <a:ext uri="{0D108BD9-81ED-4DB2-BD59-A6C34878D82A}">
                    <a16:rowId xmlns:a16="http://schemas.microsoft.com/office/drawing/2014/main" val="3861473870"/>
                  </a:ext>
                </a:extLst>
              </a:tr>
              <a:tr h="659796">
                <a:tc>
                  <a:txBody>
                    <a:bodyPr/>
                    <a:lstStyle/>
                    <a:p>
                      <a:pPr fontAlgn="t"/>
                      <a:r>
                        <a:rPr lang="en-US" sz="1300" u="none" strike="noStrike">
                          <a:solidFill>
                            <a:srgbClr val="E48700"/>
                          </a:solidFill>
                          <a:effectLst/>
                          <a:hlinkClick r:id="rId5"/>
                        </a:rPr>
                        <a:t>Size Constraint</a:t>
                      </a:r>
                      <a:endParaRPr lang="en-US" sz="1300">
                        <a:effectLst/>
                      </a:endParaRPr>
                    </a:p>
                  </a:txBody>
                  <a:tcPr marL="21946" marR="21946" marT="21946" marB="21946"/>
                </a:tc>
                <a:tc>
                  <a:txBody>
                    <a:bodyPr/>
                    <a:lstStyle/>
                    <a:p>
                      <a:pPr fontAlgn="t"/>
                      <a:r>
                        <a:rPr lang="en-US" sz="1300">
                          <a:effectLst/>
                        </a:rPr>
                        <a:t>Checks size constraints against a specified request component.</a:t>
                      </a:r>
                    </a:p>
                  </a:txBody>
                  <a:tcPr marL="21946" marR="21946" marT="21946" marB="21946"/>
                </a:tc>
                <a:tc>
                  <a:txBody>
                    <a:bodyPr/>
                    <a:lstStyle/>
                    <a:p>
                      <a:pPr fontAlgn="t"/>
                      <a:r>
                        <a:rPr lang="en-US" sz="1300">
                          <a:effectLst/>
                        </a:rPr>
                        <a:t>1</a:t>
                      </a:r>
                    </a:p>
                  </a:txBody>
                  <a:tcPr marL="21946" marR="21946" marT="21946" marB="21946"/>
                </a:tc>
                <a:tc>
                  <a:txBody>
                    <a:bodyPr/>
                    <a:lstStyle/>
                    <a:p>
                      <a:pPr fontAlgn="t"/>
                      <a:r>
                        <a:rPr lang="en-US" sz="1300">
                          <a:effectLst/>
                        </a:rPr>
                        <a:t>Yes</a:t>
                      </a:r>
                    </a:p>
                  </a:txBody>
                  <a:tcPr marL="21946" marR="21946" marT="21946" marB="21946"/>
                </a:tc>
                <a:extLst>
                  <a:ext uri="{0D108BD9-81ED-4DB2-BD59-A6C34878D82A}">
                    <a16:rowId xmlns:a16="http://schemas.microsoft.com/office/drawing/2014/main" val="1615002042"/>
                  </a:ext>
                </a:extLst>
              </a:tr>
              <a:tr h="659796">
                <a:tc>
                  <a:txBody>
                    <a:bodyPr/>
                    <a:lstStyle/>
                    <a:p>
                      <a:pPr fontAlgn="t"/>
                      <a:r>
                        <a:rPr lang="en-US" sz="1300" u="none" strike="noStrike">
                          <a:solidFill>
                            <a:srgbClr val="E48700"/>
                          </a:solidFill>
                          <a:effectLst/>
                          <a:hlinkClick r:id="rId6"/>
                        </a:rPr>
                        <a:t>SQLi Attack</a:t>
                      </a:r>
                      <a:endParaRPr lang="en-US" sz="1300">
                        <a:effectLst/>
                      </a:endParaRPr>
                    </a:p>
                  </a:txBody>
                  <a:tcPr marL="21946" marR="21946" marT="21946" marB="21946"/>
                </a:tc>
                <a:tc>
                  <a:txBody>
                    <a:bodyPr/>
                    <a:lstStyle/>
                    <a:p>
                      <a:pPr fontAlgn="t"/>
                      <a:r>
                        <a:rPr lang="en-US" sz="1300">
                          <a:effectLst/>
                        </a:rPr>
                        <a:t>Inspects for malicious SQL code in a specified request component.</a:t>
                      </a:r>
                    </a:p>
                  </a:txBody>
                  <a:tcPr marL="21946" marR="21946" marT="21946" marB="21946"/>
                </a:tc>
                <a:tc>
                  <a:txBody>
                    <a:bodyPr/>
                    <a:lstStyle/>
                    <a:p>
                      <a:pPr fontAlgn="t"/>
                      <a:r>
                        <a:rPr lang="en-US" sz="1300">
                          <a:effectLst/>
                        </a:rPr>
                        <a:t>20</a:t>
                      </a:r>
                    </a:p>
                  </a:txBody>
                  <a:tcPr marL="21946" marR="21946" marT="21946" marB="21946"/>
                </a:tc>
                <a:tc>
                  <a:txBody>
                    <a:bodyPr/>
                    <a:lstStyle/>
                    <a:p>
                      <a:pPr fontAlgn="t"/>
                      <a:r>
                        <a:rPr lang="en-US" sz="1300">
                          <a:effectLst/>
                        </a:rPr>
                        <a:t>Yes</a:t>
                      </a:r>
                    </a:p>
                  </a:txBody>
                  <a:tcPr marL="21946" marR="21946" marT="21946" marB="21946"/>
                </a:tc>
                <a:extLst>
                  <a:ext uri="{0D108BD9-81ED-4DB2-BD59-A6C34878D82A}">
                    <a16:rowId xmlns:a16="http://schemas.microsoft.com/office/drawing/2014/main" val="2848569081"/>
                  </a:ext>
                </a:extLst>
              </a:tr>
              <a:tr h="659796">
                <a:tc>
                  <a:txBody>
                    <a:bodyPr/>
                    <a:lstStyle/>
                    <a:p>
                      <a:pPr fontAlgn="t"/>
                      <a:r>
                        <a:rPr lang="en-US" sz="1300" u="none" strike="noStrike">
                          <a:solidFill>
                            <a:srgbClr val="E48700"/>
                          </a:solidFill>
                          <a:effectLst/>
                          <a:hlinkClick r:id="rId7"/>
                        </a:rPr>
                        <a:t>String Match</a:t>
                      </a:r>
                      <a:endParaRPr lang="en-US" sz="1300">
                        <a:effectLst/>
                      </a:endParaRPr>
                    </a:p>
                  </a:txBody>
                  <a:tcPr marL="21946" marR="21946" marT="21946" marB="21946"/>
                </a:tc>
                <a:tc>
                  <a:txBody>
                    <a:bodyPr/>
                    <a:lstStyle/>
                    <a:p>
                      <a:pPr fontAlgn="t"/>
                      <a:r>
                        <a:rPr lang="en-US" sz="1300">
                          <a:effectLst/>
                        </a:rPr>
                        <a:t>Compares one or more strings to a specified request component.</a:t>
                      </a:r>
                    </a:p>
                  </a:txBody>
                  <a:tcPr marL="21946" marR="21946" marT="21946" marB="21946"/>
                </a:tc>
                <a:tc>
                  <a:txBody>
                    <a:bodyPr/>
                    <a:lstStyle/>
                    <a:p>
                      <a:pPr fontAlgn="t"/>
                      <a:r>
                        <a:rPr lang="en-US" sz="1300">
                          <a:solidFill>
                            <a:srgbClr val="444444"/>
                          </a:solidFill>
                          <a:effectLst/>
                        </a:rPr>
                        <a:t>Depends on the type of match</a:t>
                      </a:r>
                      <a:endParaRPr lang="en-US" sz="1300">
                        <a:solidFill>
                          <a:srgbClr val="444444"/>
                        </a:solidFill>
                        <a:effectLst/>
                        <a:latin typeface="Amazon Ember"/>
                      </a:endParaRPr>
                    </a:p>
                  </a:txBody>
                  <a:tcPr marL="21946" marR="21946" marT="21946" marB="21946"/>
                </a:tc>
                <a:tc>
                  <a:txBody>
                    <a:bodyPr/>
                    <a:lstStyle/>
                    <a:p>
                      <a:pPr fontAlgn="t"/>
                      <a:r>
                        <a:rPr lang="en-US" sz="1300">
                          <a:effectLst/>
                        </a:rPr>
                        <a:t>Yes</a:t>
                      </a:r>
                    </a:p>
                  </a:txBody>
                  <a:tcPr marL="21946" marR="21946" marT="21946" marB="21946"/>
                </a:tc>
                <a:extLst>
                  <a:ext uri="{0D108BD9-81ED-4DB2-BD59-A6C34878D82A}">
                    <a16:rowId xmlns:a16="http://schemas.microsoft.com/office/drawing/2014/main" val="4044061290"/>
                  </a:ext>
                </a:extLst>
              </a:tr>
              <a:tr h="851178">
                <a:tc>
                  <a:txBody>
                    <a:bodyPr/>
                    <a:lstStyle/>
                    <a:p>
                      <a:pPr fontAlgn="t"/>
                      <a:r>
                        <a:rPr lang="en-US" sz="1300" u="none" strike="noStrike">
                          <a:solidFill>
                            <a:srgbClr val="E48700"/>
                          </a:solidFill>
                          <a:effectLst/>
                          <a:hlinkClick r:id="rId8"/>
                        </a:rPr>
                        <a:t>XSS Scripting Attack</a:t>
                      </a:r>
                      <a:endParaRPr lang="en-US" sz="1300">
                        <a:effectLst/>
                      </a:endParaRPr>
                    </a:p>
                  </a:txBody>
                  <a:tcPr marL="21946" marR="21946" marT="21946" marB="21946"/>
                </a:tc>
                <a:tc>
                  <a:txBody>
                    <a:bodyPr/>
                    <a:lstStyle/>
                    <a:p>
                      <a:pPr fontAlgn="t"/>
                      <a:r>
                        <a:rPr lang="en-US" sz="1300">
                          <a:effectLst/>
                        </a:rPr>
                        <a:t>Inspects for cross-site scripting attacks in a specified request component.</a:t>
                      </a:r>
                    </a:p>
                  </a:txBody>
                  <a:tcPr marL="21946" marR="21946" marT="21946" marB="21946"/>
                </a:tc>
                <a:tc>
                  <a:txBody>
                    <a:bodyPr/>
                    <a:lstStyle/>
                    <a:p>
                      <a:pPr fontAlgn="t"/>
                      <a:r>
                        <a:rPr lang="en-US" sz="1300">
                          <a:effectLst/>
                        </a:rPr>
                        <a:t>40</a:t>
                      </a:r>
                    </a:p>
                  </a:txBody>
                  <a:tcPr marL="21946" marR="21946" marT="21946" marB="21946"/>
                </a:tc>
                <a:tc>
                  <a:txBody>
                    <a:bodyPr/>
                    <a:lstStyle/>
                    <a:p>
                      <a:pPr fontAlgn="t"/>
                      <a:r>
                        <a:rPr lang="en-US" sz="1300" dirty="0">
                          <a:effectLst/>
                        </a:rPr>
                        <a:t>Yes</a:t>
                      </a:r>
                    </a:p>
                  </a:txBody>
                  <a:tcPr marL="21946" marR="21946" marT="21946" marB="21946"/>
                </a:tc>
                <a:extLst>
                  <a:ext uri="{0D108BD9-81ED-4DB2-BD59-A6C34878D82A}">
                    <a16:rowId xmlns:a16="http://schemas.microsoft.com/office/drawing/2014/main" val="2812869479"/>
                  </a:ext>
                </a:extLst>
              </a:tr>
            </a:tbl>
          </a:graphicData>
        </a:graphic>
      </p:graphicFrame>
    </p:spTree>
    <p:extLst>
      <p:ext uri="{BB962C8B-B14F-4D97-AF65-F5344CB8AC3E}">
        <p14:creationId xmlns:p14="http://schemas.microsoft.com/office/powerpoint/2010/main" val="198014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9452219-785E-4657-C5F4-A53FEF2EB02D}"/>
              </a:ext>
            </a:extLst>
          </p:cNvPr>
          <p:cNvSpPr>
            <a:spLocks noGrp="1"/>
          </p:cNvSpPr>
          <p:nvPr>
            <p:ph type="ctrTitle"/>
          </p:nvPr>
        </p:nvSpPr>
        <p:spPr>
          <a:xfrm>
            <a:off x="6970326" y="1679216"/>
            <a:ext cx="4786877" cy="1518315"/>
          </a:xfrm>
        </p:spPr>
        <p:txBody>
          <a:bodyPr/>
          <a:lstStyle/>
          <a:p>
            <a:r>
              <a:rPr lang="en-US" dirty="0"/>
              <a:t>Thank you</a:t>
            </a:r>
          </a:p>
        </p:txBody>
      </p:sp>
      <p:pic>
        <p:nvPicPr>
          <p:cNvPr id="6" name="Picture Placeholder 5" descr="A person and person looking at a computer screen">
            <a:extLst>
              <a:ext uri="{FF2B5EF4-FFF2-40B4-BE49-F238E27FC236}">
                <a16:creationId xmlns:a16="http://schemas.microsoft.com/office/drawing/2014/main" id="{AA35CD3A-9896-7953-C82D-AAE87F6124DB}"/>
              </a:ext>
            </a:extLst>
          </p:cNvPr>
          <p:cNvPicPr>
            <a:picLocks noGrp="1" noChangeAspect="1"/>
          </p:cNvPicPr>
          <p:nvPr>
            <p:ph type="pic" sz="quarter" idx="11"/>
          </p:nvPr>
        </p:nvPicPr>
        <p:blipFill>
          <a:blip r:embed="rId2"/>
          <a:srcRect l="127" r="127"/>
          <a:stretch/>
        </p:blipFill>
        <p:spPr>
          <a:xfrm>
            <a:off x="-29499" y="-2236"/>
            <a:ext cx="6814124" cy="6871095"/>
          </a:xfrm>
        </p:spPr>
      </p:pic>
      <p:grpSp>
        <p:nvGrpSpPr>
          <p:cNvPr id="7" name="Group 6">
            <a:extLst>
              <a:ext uri="{FF2B5EF4-FFF2-40B4-BE49-F238E27FC236}">
                <a16:creationId xmlns:a16="http://schemas.microsoft.com/office/drawing/2014/main" id="{6A8DFC8D-4AE6-170E-C27A-DA97EBD7DC87}"/>
              </a:ext>
              <a:ext uri="{C183D7F6-B498-43B3-948B-1728B52AA6E4}">
                <adec:decorative xmlns:adec="http://schemas.microsoft.com/office/drawing/2017/decorative" val="1"/>
              </a:ext>
            </a:extLst>
          </p:cNvPr>
          <p:cNvGrpSpPr/>
          <p:nvPr/>
        </p:nvGrpSpPr>
        <p:grpSpPr>
          <a:xfrm>
            <a:off x="4059704" y="0"/>
            <a:ext cx="2928883" cy="6871447"/>
            <a:chOff x="4059704" y="0"/>
            <a:chExt cx="2928883" cy="6871447"/>
          </a:xfrm>
        </p:grpSpPr>
        <p:sp>
          <p:nvSpPr>
            <p:cNvPr id="8" name="Freeform: Shape 7">
              <a:extLst>
                <a:ext uri="{FF2B5EF4-FFF2-40B4-BE49-F238E27FC236}">
                  <a16:creationId xmlns:a16="http://schemas.microsoft.com/office/drawing/2014/main" id="{CF966C9E-A9A2-BF8C-EDCB-B7F6AE51C425}"/>
                </a:ext>
              </a:extLst>
            </p:cNvPr>
            <p:cNvSpPr/>
            <p:nvPr/>
          </p:nvSpPr>
          <p:spPr>
            <a:xfrm rot="10800000">
              <a:off x="4443586" y="50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cxnSp>
          <p:nvCxnSpPr>
            <p:cNvPr id="9" name="Straight Connector 8">
              <a:extLst>
                <a:ext uri="{FF2B5EF4-FFF2-40B4-BE49-F238E27FC236}">
                  <a16:creationId xmlns:a16="http://schemas.microsoft.com/office/drawing/2014/main" id="{433BC35A-F255-48AA-48B8-D6561A6FAB9E}"/>
                </a:ext>
              </a:extLst>
            </p:cNvPr>
            <p:cNvCxnSpPr>
              <a:cxnSpLocks/>
            </p:cNvCxnSpPr>
            <p:nvPr/>
          </p:nvCxnSpPr>
          <p:spPr>
            <a:xfrm flipH="1">
              <a:off x="4059704"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99485134"/>
      </p:ext>
    </p:extLst>
  </p:cSld>
  <p:clrMapOvr>
    <a:masterClrMapping/>
  </p:clrMapOvr>
</p:sld>
</file>

<file path=ppt/theme/theme1.xml><?xml version="1.0" encoding="utf-8"?>
<a:theme xmlns:a="http://schemas.openxmlformats.org/drawingml/2006/main" name="Custom">
  <a:themeElements>
    <a:clrScheme name="TM11534312">
      <a:dk1>
        <a:srgbClr val="000000"/>
      </a:dk1>
      <a:lt1>
        <a:srgbClr val="FFFFFF"/>
      </a:lt1>
      <a:dk2>
        <a:srgbClr val="D87A1A"/>
      </a:dk2>
      <a:lt2>
        <a:srgbClr val="E7E6E6"/>
      </a:lt2>
      <a:accent1>
        <a:srgbClr val="FFBA00"/>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Custom 62">
      <a:majorFont>
        <a:latin typeface="Book Antiqua"/>
        <a:ea typeface=""/>
        <a:cs typeface=""/>
      </a:majorFont>
      <a:minorFont>
        <a:latin typeface="Century Gothic"/>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11534312_Win32_SL_V3" id="{997564FD-A068-4008-83B6-070AA4A47434}" vid="{E6A5A359-31DF-46AC-82A0-260451C80A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CD227D-A683-415D-A610-20912E1CEA19}">
  <ds:schemaRefs>
    <ds:schemaRef ds:uri="http://schemas.microsoft.com/sharepoint/v3/contenttype/forms"/>
  </ds:schemaRefs>
</ds:datastoreItem>
</file>

<file path=customXml/itemProps2.xml><?xml version="1.0" encoding="utf-8"?>
<ds:datastoreItem xmlns:ds="http://schemas.openxmlformats.org/officeDocument/2006/customXml" ds:itemID="{CCE11EC4-AF13-4A6E-A5E0-5A264B291FD2}">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9E5DFD21-F030-4913-A53B-53AB3DF1C0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Classic corporate teach a course slides</Template>
  <TotalTime>236</TotalTime>
  <Words>310</Words>
  <Application>Microsoft Office PowerPoint</Application>
  <PresentationFormat>Widescreen</PresentationFormat>
  <Paragraphs>49</Paragraphs>
  <Slides>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Amazon Ember</vt:lpstr>
      <vt:lpstr>Book Antiqua</vt:lpstr>
      <vt:lpstr>Calibri</vt:lpstr>
      <vt:lpstr>Century Gothic</vt:lpstr>
      <vt:lpstr>Courier New</vt:lpstr>
      <vt:lpstr>Garamond</vt:lpstr>
      <vt:lpstr>Rockwell</vt:lpstr>
      <vt:lpstr>Custom</vt:lpstr>
      <vt:lpstr>AWS WAF</vt:lpstr>
      <vt:lpstr>WAF</vt:lpstr>
      <vt:lpstr>How WAF Works</vt:lpstr>
      <vt:lpstr>Rule Statement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Suresh CloudSiksha</dc:creator>
  <cp:lastModifiedBy>Suresh CloudSiksha</cp:lastModifiedBy>
  <cp:revision>14</cp:revision>
  <dcterms:created xsi:type="dcterms:W3CDTF">2026-02-08T06:33:58Z</dcterms:created>
  <dcterms:modified xsi:type="dcterms:W3CDTF">2026-02-08T11:02:34Z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