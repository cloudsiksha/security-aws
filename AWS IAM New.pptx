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43"/>
  </p:notesMasterIdLst>
  <p:handoutMasterIdLst>
    <p:handoutMasterId r:id="rId44"/>
  </p:handoutMasterIdLst>
  <p:sldIdLst>
    <p:sldId id="376" r:id="rId5"/>
    <p:sldId id="508" r:id="rId6"/>
    <p:sldId id="509" r:id="rId7"/>
    <p:sldId id="510" r:id="rId8"/>
    <p:sldId id="491" r:id="rId9"/>
    <p:sldId id="498" r:id="rId10"/>
    <p:sldId id="499" r:id="rId11"/>
    <p:sldId id="500" r:id="rId12"/>
    <p:sldId id="501" r:id="rId13"/>
    <p:sldId id="535" r:id="rId14"/>
    <p:sldId id="536" r:id="rId15"/>
    <p:sldId id="504" r:id="rId16"/>
    <p:sldId id="477" r:id="rId17"/>
    <p:sldId id="476" r:id="rId18"/>
    <p:sldId id="505" r:id="rId19"/>
    <p:sldId id="478" r:id="rId20"/>
    <p:sldId id="479" r:id="rId21"/>
    <p:sldId id="488" r:id="rId22"/>
    <p:sldId id="485" r:id="rId23"/>
    <p:sldId id="537" r:id="rId24"/>
    <p:sldId id="514" r:id="rId25"/>
    <p:sldId id="538" r:id="rId26"/>
    <p:sldId id="539" r:id="rId27"/>
    <p:sldId id="540" r:id="rId28"/>
    <p:sldId id="541" r:id="rId29"/>
    <p:sldId id="519" r:id="rId30"/>
    <p:sldId id="542" r:id="rId31"/>
    <p:sldId id="511" r:id="rId32"/>
    <p:sldId id="543" r:id="rId33"/>
    <p:sldId id="544" r:id="rId34"/>
    <p:sldId id="496" r:id="rId35"/>
    <p:sldId id="495" r:id="rId36"/>
    <p:sldId id="545" r:id="rId37"/>
    <p:sldId id="493" r:id="rId38"/>
    <p:sldId id="546" r:id="rId39"/>
    <p:sldId id="507" r:id="rId40"/>
    <p:sldId id="490" r:id="rId41"/>
    <p:sldId id="38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2C4A5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howGuides="1">
      <p:cViewPr varScale="1">
        <p:scale>
          <a:sx n="70" d="100"/>
          <a:sy n="70" d="100"/>
        </p:scale>
        <p:origin x="1166" y="2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5" d="100"/>
          <a:sy n="65" d="100"/>
        </p:scale>
        <p:origin x="3082"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12.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3.svg"/></Relationships>
</file>

<file path=ppt/diagrams/_rels/data6.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12.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8DC7F9-FD1E-4F4F-A3B6-A04FC602B89C}"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21B0A226-AEEA-458B-8C51-0FA354C80345}">
      <dgm:prSet/>
      <dgm:spPr/>
      <dgm:t>
        <a:bodyPr/>
        <a:lstStyle/>
        <a:p>
          <a:r>
            <a:rPr lang="en-US"/>
            <a:t>Identity and Access Management</a:t>
          </a:r>
        </a:p>
      </dgm:t>
    </dgm:pt>
    <dgm:pt modelId="{10D10833-213B-4D38-88A2-7A4A7E8F0C2C}" type="parTrans" cxnId="{8EA3D596-CB66-4877-8B29-21F988FA5AEA}">
      <dgm:prSet/>
      <dgm:spPr/>
      <dgm:t>
        <a:bodyPr/>
        <a:lstStyle/>
        <a:p>
          <a:endParaRPr lang="en-US"/>
        </a:p>
      </dgm:t>
    </dgm:pt>
    <dgm:pt modelId="{9237F7FC-878E-4990-BC23-713719C85CCD}" type="sibTrans" cxnId="{8EA3D596-CB66-4877-8B29-21F988FA5AEA}">
      <dgm:prSet/>
      <dgm:spPr/>
      <dgm:t>
        <a:bodyPr/>
        <a:lstStyle/>
        <a:p>
          <a:endParaRPr lang="en-US"/>
        </a:p>
      </dgm:t>
    </dgm:pt>
    <dgm:pt modelId="{8DF3D907-58D4-4013-97E4-506FFACDD2D3}">
      <dgm:prSet/>
      <dgm:spPr/>
      <dgm:t>
        <a:bodyPr/>
        <a:lstStyle/>
        <a:p>
          <a:r>
            <a:rPr lang="en-US"/>
            <a:t>Authentication</a:t>
          </a:r>
        </a:p>
      </dgm:t>
    </dgm:pt>
    <dgm:pt modelId="{6A74972B-42B6-456E-A815-144B698EDAC5}" type="parTrans" cxnId="{E6D41976-27E1-481D-B15D-1034A37039C6}">
      <dgm:prSet/>
      <dgm:spPr/>
      <dgm:t>
        <a:bodyPr/>
        <a:lstStyle/>
        <a:p>
          <a:endParaRPr lang="en-US"/>
        </a:p>
      </dgm:t>
    </dgm:pt>
    <dgm:pt modelId="{5B6A0218-E903-4267-A156-479D59C9E583}" type="sibTrans" cxnId="{E6D41976-27E1-481D-B15D-1034A37039C6}">
      <dgm:prSet/>
      <dgm:spPr/>
      <dgm:t>
        <a:bodyPr/>
        <a:lstStyle/>
        <a:p>
          <a:endParaRPr lang="en-US"/>
        </a:p>
      </dgm:t>
    </dgm:pt>
    <dgm:pt modelId="{E9263977-B1C9-44CB-AA8E-4FA9F14DDDD1}">
      <dgm:prSet/>
      <dgm:spPr/>
      <dgm:t>
        <a:bodyPr/>
        <a:lstStyle/>
        <a:p>
          <a:r>
            <a:rPr lang="en-US"/>
            <a:t>Login, Keys</a:t>
          </a:r>
        </a:p>
      </dgm:t>
    </dgm:pt>
    <dgm:pt modelId="{3FC3DF16-0A60-476C-89D2-A4744C276DED}" type="parTrans" cxnId="{3AAB560C-1E9D-4AA1-8DC3-7D0938FE9401}">
      <dgm:prSet/>
      <dgm:spPr/>
      <dgm:t>
        <a:bodyPr/>
        <a:lstStyle/>
        <a:p>
          <a:endParaRPr lang="en-US"/>
        </a:p>
      </dgm:t>
    </dgm:pt>
    <dgm:pt modelId="{C968F5CB-B0A5-4FEC-A42C-A3219BE95244}" type="sibTrans" cxnId="{3AAB560C-1E9D-4AA1-8DC3-7D0938FE9401}">
      <dgm:prSet/>
      <dgm:spPr/>
      <dgm:t>
        <a:bodyPr/>
        <a:lstStyle/>
        <a:p>
          <a:endParaRPr lang="en-US"/>
        </a:p>
      </dgm:t>
    </dgm:pt>
    <dgm:pt modelId="{50B8C2C2-12C9-4026-9236-8EA66CA09ADB}">
      <dgm:prSet/>
      <dgm:spPr/>
      <dgm:t>
        <a:bodyPr/>
        <a:lstStyle/>
        <a:p>
          <a:r>
            <a:rPr lang="en-US"/>
            <a:t>MFA</a:t>
          </a:r>
        </a:p>
      </dgm:t>
    </dgm:pt>
    <dgm:pt modelId="{DAB8022E-01D1-4B8F-9A36-4FD29C34DE36}" type="parTrans" cxnId="{26403FA0-57C0-4427-BA61-98CB9A71B869}">
      <dgm:prSet/>
      <dgm:spPr/>
      <dgm:t>
        <a:bodyPr/>
        <a:lstStyle/>
        <a:p>
          <a:endParaRPr lang="en-US"/>
        </a:p>
      </dgm:t>
    </dgm:pt>
    <dgm:pt modelId="{36564E23-C9AB-4BD2-86C3-08E672CD8EA5}" type="sibTrans" cxnId="{26403FA0-57C0-4427-BA61-98CB9A71B869}">
      <dgm:prSet/>
      <dgm:spPr/>
      <dgm:t>
        <a:bodyPr/>
        <a:lstStyle/>
        <a:p>
          <a:endParaRPr lang="en-US"/>
        </a:p>
      </dgm:t>
    </dgm:pt>
    <dgm:pt modelId="{D8E16315-CDEE-40BC-B071-5A2CE2D83EA6}">
      <dgm:prSet/>
      <dgm:spPr/>
      <dgm:t>
        <a:bodyPr/>
        <a:lstStyle/>
        <a:p>
          <a:r>
            <a:rPr lang="en-US"/>
            <a:t>Authorization</a:t>
          </a:r>
        </a:p>
      </dgm:t>
    </dgm:pt>
    <dgm:pt modelId="{5AAFAB50-F1D8-4671-B61D-F4FE57821166}" type="parTrans" cxnId="{28620274-76D3-415B-A2A0-8626C31429BD}">
      <dgm:prSet/>
      <dgm:spPr/>
      <dgm:t>
        <a:bodyPr/>
        <a:lstStyle/>
        <a:p>
          <a:endParaRPr lang="en-US"/>
        </a:p>
      </dgm:t>
    </dgm:pt>
    <dgm:pt modelId="{9AE669B0-EF08-4665-B41B-D1E0A05C8FF7}" type="sibTrans" cxnId="{28620274-76D3-415B-A2A0-8626C31429BD}">
      <dgm:prSet/>
      <dgm:spPr/>
      <dgm:t>
        <a:bodyPr/>
        <a:lstStyle/>
        <a:p>
          <a:endParaRPr lang="en-US"/>
        </a:p>
      </dgm:t>
    </dgm:pt>
    <dgm:pt modelId="{ABFA3FEF-9AA6-4300-8E28-2F8989CE70E2}">
      <dgm:prSet/>
      <dgm:spPr/>
      <dgm:t>
        <a:bodyPr/>
        <a:lstStyle/>
        <a:p>
          <a:r>
            <a:rPr lang="en-US"/>
            <a:t>Policies</a:t>
          </a:r>
        </a:p>
      </dgm:t>
    </dgm:pt>
    <dgm:pt modelId="{AE8291B5-D342-43AE-80C0-B767C00DD6A7}" type="parTrans" cxnId="{3CDD409E-19F8-4A3C-ACE5-781E23DD90B9}">
      <dgm:prSet/>
      <dgm:spPr/>
      <dgm:t>
        <a:bodyPr/>
        <a:lstStyle/>
        <a:p>
          <a:endParaRPr lang="en-US"/>
        </a:p>
      </dgm:t>
    </dgm:pt>
    <dgm:pt modelId="{36179F91-A78B-4D6A-9598-D997D2B1443C}" type="sibTrans" cxnId="{3CDD409E-19F8-4A3C-ACE5-781E23DD90B9}">
      <dgm:prSet/>
      <dgm:spPr/>
      <dgm:t>
        <a:bodyPr/>
        <a:lstStyle/>
        <a:p>
          <a:endParaRPr lang="en-US"/>
        </a:p>
      </dgm:t>
    </dgm:pt>
    <dgm:pt modelId="{04060207-384D-4CEB-80C7-9901E028C827}">
      <dgm:prSet/>
      <dgm:spPr/>
      <dgm:t>
        <a:bodyPr/>
        <a:lstStyle/>
        <a:p>
          <a:r>
            <a:rPr lang="en-US"/>
            <a:t>Roles</a:t>
          </a:r>
        </a:p>
      </dgm:t>
    </dgm:pt>
    <dgm:pt modelId="{22EE2FDF-93A9-4332-94B1-AEB5D325ACC3}" type="parTrans" cxnId="{BD6FA276-46E8-47EC-8E06-89B2DA237958}">
      <dgm:prSet/>
      <dgm:spPr/>
      <dgm:t>
        <a:bodyPr/>
        <a:lstStyle/>
        <a:p>
          <a:endParaRPr lang="en-US"/>
        </a:p>
      </dgm:t>
    </dgm:pt>
    <dgm:pt modelId="{D6060BB8-60E2-4421-AA7C-EA766DBD0CE4}" type="sibTrans" cxnId="{BD6FA276-46E8-47EC-8E06-89B2DA237958}">
      <dgm:prSet/>
      <dgm:spPr/>
      <dgm:t>
        <a:bodyPr/>
        <a:lstStyle/>
        <a:p>
          <a:endParaRPr lang="en-US"/>
        </a:p>
      </dgm:t>
    </dgm:pt>
    <dgm:pt modelId="{A1BF2A1A-6A05-4569-BD05-53802F9ECF5D}" type="pres">
      <dgm:prSet presAssocID="{C38DC7F9-FD1E-4F4F-A3B6-A04FC602B89C}" presName="root" presStyleCnt="0">
        <dgm:presLayoutVars>
          <dgm:dir/>
          <dgm:resizeHandles val="exact"/>
        </dgm:presLayoutVars>
      </dgm:prSet>
      <dgm:spPr/>
    </dgm:pt>
    <dgm:pt modelId="{484E13E1-387D-40E5-8D81-BC4132A81AD6}" type="pres">
      <dgm:prSet presAssocID="{21B0A226-AEEA-458B-8C51-0FA354C80345}" presName="compNode" presStyleCnt="0"/>
      <dgm:spPr/>
    </dgm:pt>
    <dgm:pt modelId="{283E7D5B-B610-43F0-BD16-13E634C3300D}" type="pres">
      <dgm:prSet presAssocID="{21B0A226-AEEA-458B-8C51-0FA354C80345}" presName="bgRect" presStyleLbl="bgShp" presStyleIdx="0" presStyleCnt="3"/>
      <dgm:spPr/>
    </dgm:pt>
    <dgm:pt modelId="{AFFB4963-535C-46C6-B53F-E9C19C9F8503}" type="pres">
      <dgm:prSet presAssocID="{21B0A226-AEEA-458B-8C51-0FA354C803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7BE586CC-1BB8-496D-8CED-E77A8B78A217}" type="pres">
      <dgm:prSet presAssocID="{21B0A226-AEEA-458B-8C51-0FA354C80345}" presName="spaceRect" presStyleCnt="0"/>
      <dgm:spPr/>
    </dgm:pt>
    <dgm:pt modelId="{71C63EC3-C271-404B-A1A8-DD5E437AB700}" type="pres">
      <dgm:prSet presAssocID="{21B0A226-AEEA-458B-8C51-0FA354C80345}" presName="parTx" presStyleLbl="revTx" presStyleIdx="0" presStyleCnt="5">
        <dgm:presLayoutVars>
          <dgm:chMax val="0"/>
          <dgm:chPref val="0"/>
        </dgm:presLayoutVars>
      </dgm:prSet>
      <dgm:spPr/>
    </dgm:pt>
    <dgm:pt modelId="{E1286E77-4382-480A-BEC0-72BD72C1D808}" type="pres">
      <dgm:prSet presAssocID="{9237F7FC-878E-4990-BC23-713719C85CCD}" presName="sibTrans" presStyleCnt="0"/>
      <dgm:spPr/>
    </dgm:pt>
    <dgm:pt modelId="{98DE397B-A733-41DC-A88E-DBD64C1F348C}" type="pres">
      <dgm:prSet presAssocID="{8DF3D907-58D4-4013-97E4-506FFACDD2D3}" presName="compNode" presStyleCnt="0"/>
      <dgm:spPr/>
    </dgm:pt>
    <dgm:pt modelId="{DDF5EF56-C64D-471E-A550-D030C013BD08}" type="pres">
      <dgm:prSet presAssocID="{8DF3D907-58D4-4013-97E4-506FFACDD2D3}" presName="bgRect" presStyleLbl="bgShp" presStyleIdx="1" presStyleCnt="3"/>
      <dgm:spPr/>
    </dgm:pt>
    <dgm:pt modelId="{0859A010-0B42-49C0-BE33-9E71BF740D97}" type="pres">
      <dgm:prSet presAssocID="{8DF3D907-58D4-4013-97E4-506FFACDD2D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4F9FDE2C-9739-4A0E-8BB7-99818CDE856E}" type="pres">
      <dgm:prSet presAssocID="{8DF3D907-58D4-4013-97E4-506FFACDD2D3}" presName="spaceRect" presStyleCnt="0"/>
      <dgm:spPr/>
    </dgm:pt>
    <dgm:pt modelId="{AB2EA534-4CFE-4569-AA71-0616563B9B9F}" type="pres">
      <dgm:prSet presAssocID="{8DF3D907-58D4-4013-97E4-506FFACDD2D3}" presName="parTx" presStyleLbl="revTx" presStyleIdx="1" presStyleCnt="5">
        <dgm:presLayoutVars>
          <dgm:chMax val="0"/>
          <dgm:chPref val="0"/>
        </dgm:presLayoutVars>
      </dgm:prSet>
      <dgm:spPr/>
    </dgm:pt>
    <dgm:pt modelId="{6258821C-30EB-49BF-9037-E6E87FEFEC78}" type="pres">
      <dgm:prSet presAssocID="{8DF3D907-58D4-4013-97E4-506FFACDD2D3}" presName="desTx" presStyleLbl="revTx" presStyleIdx="2" presStyleCnt="5">
        <dgm:presLayoutVars/>
      </dgm:prSet>
      <dgm:spPr/>
    </dgm:pt>
    <dgm:pt modelId="{31E40B74-1AD1-495E-88C2-DB14FF629D83}" type="pres">
      <dgm:prSet presAssocID="{5B6A0218-E903-4267-A156-479D59C9E583}" presName="sibTrans" presStyleCnt="0"/>
      <dgm:spPr/>
    </dgm:pt>
    <dgm:pt modelId="{531E669A-B169-43EE-ACDC-3522779DDC1C}" type="pres">
      <dgm:prSet presAssocID="{D8E16315-CDEE-40BC-B071-5A2CE2D83EA6}" presName="compNode" presStyleCnt="0"/>
      <dgm:spPr/>
    </dgm:pt>
    <dgm:pt modelId="{6260693E-AF63-480C-BF25-9864779B13FB}" type="pres">
      <dgm:prSet presAssocID="{D8E16315-CDEE-40BC-B071-5A2CE2D83EA6}" presName="bgRect" presStyleLbl="bgShp" presStyleIdx="2" presStyleCnt="3"/>
      <dgm:spPr/>
    </dgm:pt>
    <dgm:pt modelId="{F82273E9-5616-433E-BECA-FE67CE09EDEE}" type="pres">
      <dgm:prSet presAssocID="{D8E16315-CDEE-40BC-B071-5A2CE2D83EA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3A888A4D-14A3-49B5-B3DC-0043CD8FAAEA}" type="pres">
      <dgm:prSet presAssocID="{D8E16315-CDEE-40BC-B071-5A2CE2D83EA6}" presName="spaceRect" presStyleCnt="0"/>
      <dgm:spPr/>
    </dgm:pt>
    <dgm:pt modelId="{BFF8F184-4289-4F39-BFB9-EC81F8716A22}" type="pres">
      <dgm:prSet presAssocID="{D8E16315-CDEE-40BC-B071-5A2CE2D83EA6}" presName="parTx" presStyleLbl="revTx" presStyleIdx="3" presStyleCnt="5">
        <dgm:presLayoutVars>
          <dgm:chMax val="0"/>
          <dgm:chPref val="0"/>
        </dgm:presLayoutVars>
      </dgm:prSet>
      <dgm:spPr/>
    </dgm:pt>
    <dgm:pt modelId="{B0527EAD-816B-4F95-95F5-8DA9780A9B0B}" type="pres">
      <dgm:prSet presAssocID="{D8E16315-CDEE-40BC-B071-5A2CE2D83EA6}" presName="desTx" presStyleLbl="revTx" presStyleIdx="4" presStyleCnt="5">
        <dgm:presLayoutVars/>
      </dgm:prSet>
      <dgm:spPr/>
    </dgm:pt>
  </dgm:ptLst>
  <dgm:cxnLst>
    <dgm:cxn modelId="{3AAB560C-1E9D-4AA1-8DC3-7D0938FE9401}" srcId="{8DF3D907-58D4-4013-97E4-506FFACDD2D3}" destId="{E9263977-B1C9-44CB-AA8E-4FA9F14DDDD1}" srcOrd="0" destOrd="0" parTransId="{3FC3DF16-0A60-476C-89D2-A4744C276DED}" sibTransId="{C968F5CB-B0A5-4FEC-A42C-A3219BE95244}"/>
    <dgm:cxn modelId="{B586912C-4780-4961-8517-6B46A02093F1}" type="presOf" srcId="{21B0A226-AEEA-458B-8C51-0FA354C80345}" destId="{71C63EC3-C271-404B-A1A8-DD5E437AB700}" srcOrd="0" destOrd="0" presId="urn:microsoft.com/office/officeart/2018/2/layout/IconVerticalSolidList"/>
    <dgm:cxn modelId="{0B617E32-9CE1-4C99-A220-C8E7AB2E74C5}" type="presOf" srcId="{8DF3D907-58D4-4013-97E4-506FFACDD2D3}" destId="{AB2EA534-4CFE-4569-AA71-0616563B9B9F}" srcOrd="0" destOrd="0" presId="urn:microsoft.com/office/officeart/2018/2/layout/IconVerticalSolidList"/>
    <dgm:cxn modelId="{0E361564-FA09-4A63-8138-66B7701A282F}" type="presOf" srcId="{04060207-384D-4CEB-80C7-9901E028C827}" destId="{B0527EAD-816B-4F95-95F5-8DA9780A9B0B}" srcOrd="0" destOrd="1" presId="urn:microsoft.com/office/officeart/2018/2/layout/IconVerticalSolidList"/>
    <dgm:cxn modelId="{EB2A734E-0D8C-401F-B9D8-16EA8878E518}" type="presOf" srcId="{50B8C2C2-12C9-4026-9236-8EA66CA09ADB}" destId="{6258821C-30EB-49BF-9037-E6E87FEFEC78}" srcOrd="0" destOrd="1" presId="urn:microsoft.com/office/officeart/2018/2/layout/IconVerticalSolidList"/>
    <dgm:cxn modelId="{28620274-76D3-415B-A2A0-8626C31429BD}" srcId="{C38DC7F9-FD1E-4F4F-A3B6-A04FC602B89C}" destId="{D8E16315-CDEE-40BC-B071-5A2CE2D83EA6}" srcOrd="2" destOrd="0" parTransId="{5AAFAB50-F1D8-4671-B61D-F4FE57821166}" sibTransId="{9AE669B0-EF08-4665-B41B-D1E0A05C8FF7}"/>
    <dgm:cxn modelId="{E6D41976-27E1-481D-B15D-1034A37039C6}" srcId="{C38DC7F9-FD1E-4F4F-A3B6-A04FC602B89C}" destId="{8DF3D907-58D4-4013-97E4-506FFACDD2D3}" srcOrd="1" destOrd="0" parTransId="{6A74972B-42B6-456E-A815-144B698EDAC5}" sibTransId="{5B6A0218-E903-4267-A156-479D59C9E583}"/>
    <dgm:cxn modelId="{BD6FA276-46E8-47EC-8E06-89B2DA237958}" srcId="{D8E16315-CDEE-40BC-B071-5A2CE2D83EA6}" destId="{04060207-384D-4CEB-80C7-9901E028C827}" srcOrd="1" destOrd="0" parTransId="{22EE2FDF-93A9-4332-94B1-AEB5D325ACC3}" sibTransId="{D6060BB8-60E2-4421-AA7C-EA766DBD0CE4}"/>
    <dgm:cxn modelId="{49681D59-105D-4EB5-9994-E4A6B680819D}" type="presOf" srcId="{D8E16315-CDEE-40BC-B071-5A2CE2D83EA6}" destId="{BFF8F184-4289-4F39-BFB9-EC81F8716A22}" srcOrd="0" destOrd="0" presId="urn:microsoft.com/office/officeart/2018/2/layout/IconVerticalSolidList"/>
    <dgm:cxn modelId="{67429E96-7274-4A45-8838-0B504155C908}" type="presOf" srcId="{ABFA3FEF-9AA6-4300-8E28-2F8989CE70E2}" destId="{B0527EAD-816B-4F95-95F5-8DA9780A9B0B}" srcOrd="0" destOrd="0" presId="urn:microsoft.com/office/officeart/2018/2/layout/IconVerticalSolidList"/>
    <dgm:cxn modelId="{8EA3D596-CB66-4877-8B29-21F988FA5AEA}" srcId="{C38DC7F9-FD1E-4F4F-A3B6-A04FC602B89C}" destId="{21B0A226-AEEA-458B-8C51-0FA354C80345}" srcOrd="0" destOrd="0" parTransId="{10D10833-213B-4D38-88A2-7A4A7E8F0C2C}" sibTransId="{9237F7FC-878E-4990-BC23-713719C85CCD}"/>
    <dgm:cxn modelId="{3CDD409E-19F8-4A3C-ACE5-781E23DD90B9}" srcId="{D8E16315-CDEE-40BC-B071-5A2CE2D83EA6}" destId="{ABFA3FEF-9AA6-4300-8E28-2F8989CE70E2}" srcOrd="0" destOrd="0" parTransId="{AE8291B5-D342-43AE-80C0-B767C00DD6A7}" sibTransId="{36179F91-A78B-4D6A-9598-D997D2B1443C}"/>
    <dgm:cxn modelId="{26403FA0-57C0-4427-BA61-98CB9A71B869}" srcId="{8DF3D907-58D4-4013-97E4-506FFACDD2D3}" destId="{50B8C2C2-12C9-4026-9236-8EA66CA09ADB}" srcOrd="1" destOrd="0" parTransId="{DAB8022E-01D1-4B8F-9A36-4FD29C34DE36}" sibTransId="{36564E23-C9AB-4BD2-86C3-08E672CD8EA5}"/>
    <dgm:cxn modelId="{4B24B6AB-4842-4636-B43A-3E38D70A649D}" type="presOf" srcId="{C38DC7F9-FD1E-4F4F-A3B6-A04FC602B89C}" destId="{A1BF2A1A-6A05-4569-BD05-53802F9ECF5D}" srcOrd="0" destOrd="0" presId="urn:microsoft.com/office/officeart/2018/2/layout/IconVerticalSolidList"/>
    <dgm:cxn modelId="{803690CD-228F-4D7D-A799-614964C34F7A}" type="presOf" srcId="{E9263977-B1C9-44CB-AA8E-4FA9F14DDDD1}" destId="{6258821C-30EB-49BF-9037-E6E87FEFEC78}" srcOrd="0" destOrd="0" presId="urn:microsoft.com/office/officeart/2018/2/layout/IconVerticalSolidList"/>
    <dgm:cxn modelId="{E02405B6-751E-456E-A024-9DE624DCB566}" type="presParOf" srcId="{A1BF2A1A-6A05-4569-BD05-53802F9ECF5D}" destId="{484E13E1-387D-40E5-8D81-BC4132A81AD6}" srcOrd="0" destOrd="0" presId="urn:microsoft.com/office/officeart/2018/2/layout/IconVerticalSolidList"/>
    <dgm:cxn modelId="{81E0041E-D23C-403D-915C-09C152E60EBA}" type="presParOf" srcId="{484E13E1-387D-40E5-8D81-BC4132A81AD6}" destId="{283E7D5B-B610-43F0-BD16-13E634C3300D}" srcOrd="0" destOrd="0" presId="urn:microsoft.com/office/officeart/2018/2/layout/IconVerticalSolidList"/>
    <dgm:cxn modelId="{479D2466-0BC0-48A3-8829-822674D66E46}" type="presParOf" srcId="{484E13E1-387D-40E5-8D81-BC4132A81AD6}" destId="{AFFB4963-535C-46C6-B53F-E9C19C9F8503}" srcOrd="1" destOrd="0" presId="urn:microsoft.com/office/officeart/2018/2/layout/IconVerticalSolidList"/>
    <dgm:cxn modelId="{FFC03860-A24D-4DD1-B7E1-828BCBF98655}" type="presParOf" srcId="{484E13E1-387D-40E5-8D81-BC4132A81AD6}" destId="{7BE586CC-1BB8-496D-8CED-E77A8B78A217}" srcOrd="2" destOrd="0" presId="urn:microsoft.com/office/officeart/2018/2/layout/IconVerticalSolidList"/>
    <dgm:cxn modelId="{1CCBE355-4C80-4BDC-827C-3C3BFFBA14C0}" type="presParOf" srcId="{484E13E1-387D-40E5-8D81-BC4132A81AD6}" destId="{71C63EC3-C271-404B-A1A8-DD5E437AB700}" srcOrd="3" destOrd="0" presId="urn:microsoft.com/office/officeart/2018/2/layout/IconVerticalSolidList"/>
    <dgm:cxn modelId="{2E687BD1-472F-4098-9523-7F6E33F57F9F}" type="presParOf" srcId="{A1BF2A1A-6A05-4569-BD05-53802F9ECF5D}" destId="{E1286E77-4382-480A-BEC0-72BD72C1D808}" srcOrd="1" destOrd="0" presId="urn:microsoft.com/office/officeart/2018/2/layout/IconVerticalSolidList"/>
    <dgm:cxn modelId="{5052B5C4-51C2-4756-BB70-6662D8D1A1AE}" type="presParOf" srcId="{A1BF2A1A-6A05-4569-BD05-53802F9ECF5D}" destId="{98DE397B-A733-41DC-A88E-DBD64C1F348C}" srcOrd="2" destOrd="0" presId="urn:microsoft.com/office/officeart/2018/2/layout/IconVerticalSolidList"/>
    <dgm:cxn modelId="{C79F2D92-0126-4E79-86FA-EEB4B6913DA7}" type="presParOf" srcId="{98DE397B-A733-41DC-A88E-DBD64C1F348C}" destId="{DDF5EF56-C64D-471E-A550-D030C013BD08}" srcOrd="0" destOrd="0" presId="urn:microsoft.com/office/officeart/2018/2/layout/IconVerticalSolidList"/>
    <dgm:cxn modelId="{90E13AB4-E00E-43F7-985F-DBDE580217C0}" type="presParOf" srcId="{98DE397B-A733-41DC-A88E-DBD64C1F348C}" destId="{0859A010-0B42-49C0-BE33-9E71BF740D97}" srcOrd="1" destOrd="0" presId="urn:microsoft.com/office/officeart/2018/2/layout/IconVerticalSolidList"/>
    <dgm:cxn modelId="{A2095AAB-9A74-4056-857E-65F7D9DC092C}" type="presParOf" srcId="{98DE397B-A733-41DC-A88E-DBD64C1F348C}" destId="{4F9FDE2C-9739-4A0E-8BB7-99818CDE856E}" srcOrd="2" destOrd="0" presId="urn:microsoft.com/office/officeart/2018/2/layout/IconVerticalSolidList"/>
    <dgm:cxn modelId="{A5CE9BB1-13A6-42DA-A749-D0F16C975F69}" type="presParOf" srcId="{98DE397B-A733-41DC-A88E-DBD64C1F348C}" destId="{AB2EA534-4CFE-4569-AA71-0616563B9B9F}" srcOrd="3" destOrd="0" presId="urn:microsoft.com/office/officeart/2018/2/layout/IconVerticalSolidList"/>
    <dgm:cxn modelId="{DC70A859-7706-4F7D-AC04-33618E9190E0}" type="presParOf" srcId="{98DE397B-A733-41DC-A88E-DBD64C1F348C}" destId="{6258821C-30EB-49BF-9037-E6E87FEFEC78}" srcOrd="4" destOrd="0" presId="urn:microsoft.com/office/officeart/2018/2/layout/IconVerticalSolidList"/>
    <dgm:cxn modelId="{690901C7-F9E9-4217-8BFA-D8FD4232B03B}" type="presParOf" srcId="{A1BF2A1A-6A05-4569-BD05-53802F9ECF5D}" destId="{31E40B74-1AD1-495E-88C2-DB14FF629D83}" srcOrd="3" destOrd="0" presId="urn:microsoft.com/office/officeart/2018/2/layout/IconVerticalSolidList"/>
    <dgm:cxn modelId="{1E1B2287-9BD4-455E-97B3-6C8131FC0CF2}" type="presParOf" srcId="{A1BF2A1A-6A05-4569-BD05-53802F9ECF5D}" destId="{531E669A-B169-43EE-ACDC-3522779DDC1C}" srcOrd="4" destOrd="0" presId="urn:microsoft.com/office/officeart/2018/2/layout/IconVerticalSolidList"/>
    <dgm:cxn modelId="{96385696-0ABE-4070-B939-8D61BA192E01}" type="presParOf" srcId="{531E669A-B169-43EE-ACDC-3522779DDC1C}" destId="{6260693E-AF63-480C-BF25-9864779B13FB}" srcOrd="0" destOrd="0" presId="urn:microsoft.com/office/officeart/2018/2/layout/IconVerticalSolidList"/>
    <dgm:cxn modelId="{FFBFEED4-A52D-41ED-AF4D-6F9066390A44}" type="presParOf" srcId="{531E669A-B169-43EE-ACDC-3522779DDC1C}" destId="{F82273E9-5616-433E-BECA-FE67CE09EDEE}" srcOrd="1" destOrd="0" presId="urn:microsoft.com/office/officeart/2018/2/layout/IconVerticalSolidList"/>
    <dgm:cxn modelId="{1FBCE4EE-343B-41DC-AD5B-43301BA4ED89}" type="presParOf" srcId="{531E669A-B169-43EE-ACDC-3522779DDC1C}" destId="{3A888A4D-14A3-49B5-B3DC-0043CD8FAAEA}" srcOrd="2" destOrd="0" presId="urn:microsoft.com/office/officeart/2018/2/layout/IconVerticalSolidList"/>
    <dgm:cxn modelId="{CD036B7D-F627-46DF-BDE8-12AEFC881895}" type="presParOf" srcId="{531E669A-B169-43EE-ACDC-3522779DDC1C}" destId="{BFF8F184-4289-4F39-BFB9-EC81F8716A22}" srcOrd="3" destOrd="0" presId="urn:microsoft.com/office/officeart/2018/2/layout/IconVerticalSolidList"/>
    <dgm:cxn modelId="{7E15B11F-6C42-46AB-ABEA-5915208CB137}" type="presParOf" srcId="{531E669A-B169-43EE-ACDC-3522779DDC1C}" destId="{B0527EAD-816B-4F95-95F5-8DA9780A9B0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9EFAA6-F104-4F45-AA3D-864A5FB097B0}" type="doc">
      <dgm:prSet loTypeId="urn:microsoft.com/office/officeart/2005/8/layout/vList5" loCatId="list" qsTypeId="urn:microsoft.com/office/officeart/2005/8/quickstyle/simple2" qsCatId="simple" csTypeId="urn:microsoft.com/office/officeart/2005/8/colors/accent2_2" csCatId="accent2"/>
      <dgm:spPr/>
      <dgm:t>
        <a:bodyPr/>
        <a:lstStyle/>
        <a:p>
          <a:endParaRPr lang="en-US"/>
        </a:p>
      </dgm:t>
    </dgm:pt>
    <dgm:pt modelId="{48B8979D-ABFA-4E33-9565-94126038FC1A}">
      <dgm:prSet/>
      <dgm:spPr/>
      <dgm:t>
        <a:bodyPr/>
        <a:lstStyle/>
        <a:p>
          <a:r>
            <a:rPr lang="en-US"/>
            <a:t>Version</a:t>
          </a:r>
        </a:p>
      </dgm:t>
    </dgm:pt>
    <dgm:pt modelId="{438D1986-1DBB-407E-9D9D-D777EB2D2867}" type="parTrans" cxnId="{0E10161C-AEBB-48B8-A727-4F83717F8044}">
      <dgm:prSet/>
      <dgm:spPr/>
      <dgm:t>
        <a:bodyPr/>
        <a:lstStyle/>
        <a:p>
          <a:endParaRPr lang="en-US"/>
        </a:p>
      </dgm:t>
    </dgm:pt>
    <dgm:pt modelId="{1153D3EF-EA8A-4170-9D75-1682B49941AD}" type="sibTrans" cxnId="{0E10161C-AEBB-48B8-A727-4F83717F8044}">
      <dgm:prSet/>
      <dgm:spPr/>
      <dgm:t>
        <a:bodyPr/>
        <a:lstStyle/>
        <a:p>
          <a:endParaRPr lang="en-US"/>
        </a:p>
      </dgm:t>
    </dgm:pt>
    <dgm:pt modelId="{827A1CC0-7D4D-4258-97FC-0746B1C9B31A}">
      <dgm:prSet/>
      <dgm:spPr/>
      <dgm:t>
        <a:bodyPr/>
        <a:lstStyle/>
        <a:p>
          <a:r>
            <a:rPr lang="en-US"/>
            <a:t>The Version policy element specifies the language syntax rules that are to be used to process a policy</a:t>
          </a:r>
        </a:p>
      </dgm:t>
    </dgm:pt>
    <dgm:pt modelId="{152F821B-A89F-4995-B014-EF0CCC596105}" type="parTrans" cxnId="{7E7AB47E-8225-4BD3-B0A3-0C428708D57A}">
      <dgm:prSet/>
      <dgm:spPr/>
      <dgm:t>
        <a:bodyPr/>
        <a:lstStyle/>
        <a:p>
          <a:endParaRPr lang="en-US"/>
        </a:p>
      </dgm:t>
    </dgm:pt>
    <dgm:pt modelId="{3C71DB2D-6BB6-41DA-8209-929912C7F7F9}" type="sibTrans" cxnId="{7E7AB47E-8225-4BD3-B0A3-0C428708D57A}">
      <dgm:prSet/>
      <dgm:spPr/>
      <dgm:t>
        <a:bodyPr/>
        <a:lstStyle/>
        <a:p>
          <a:endParaRPr lang="en-US"/>
        </a:p>
      </dgm:t>
    </dgm:pt>
    <dgm:pt modelId="{82512B0E-5066-4A23-985F-E954AD4713C9}">
      <dgm:prSet/>
      <dgm:spPr/>
      <dgm:t>
        <a:bodyPr/>
        <a:lstStyle/>
        <a:p>
          <a:r>
            <a:rPr lang="en-US"/>
            <a:t>2012-10-17 is the current version of the policy language</a:t>
          </a:r>
        </a:p>
      </dgm:t>
    </dgm:pt>
    <dgm:pt modelId="{BCAD169C-2488-4CC2-855D-A08DF26D0DAA}" type="parTrans" cxnId="{B7DE813E-4683-4962-95EC-6D8B2E47DC15}">
      <dgm:prSet/>
      <dgm:spPr/>
      <dgm:t>
        <a:bodyPr/>
        <a:lstStyle/>
        <a:p>
          <a:endParaRPr lang="en-US"/>
        </a:p>
      </dgm:t>
    </dgm:pt>
    <dgm:pt modelId="{48511E44-850B-480A-9A91-80353B09938E}" type="sibTrans" cxnId="{B7DE813E-4683-4962-95EC-6D8B2E47DC15}">
      <dgm:prSet/>
      <dgm:spPr/>
      <dgm:t>
        <a:bodyPr/>
        <a:lstStyle/>
        <a:p>
          <a:endParaRPr lang="en-US"/>
        </a:p>
      </dgm:t>
    </dgm:pt>
    <dgm:pt modelId="{8F1DBAA4-990A-436C-8314-A45F9E4AA770}">
      <dgm:prSet/>
      <dgm:spPr/>
      <dgm:t>
        <a:bodyPr/>
        <a:lstStyle/>
        <a:p>
          <a:r>
            <a:rPr lang="en-US"/>
            <a:t>ID</a:t>
          </a:r>
        </a:p>
      </dgm:t>
    </dgm:pt>
    <dgm:pt modelId="{1C135A46-DEB6-450E-8F7B-902F1BB5BFD2}" type="parTrans" cxnId="{A9872F04-C82A-4500-9DFC-F40BF3DE2953}">
      <dgm:prSet/>
      <dgm:spPr/>
      <dgm:t>
        <a:bodyPr/>
        <a:lstStyle/>
        <a:p>
          <a:endParaRPr lang="en-US"/>
        </a:p>
      </dgm:t>
    </dgm:pt>
    <dgm:pt modelId="{6D540A4B-289B-45E4-915B-DA66A4730F9B}" type="sibTrans" cxnId="{A9872F04-C82A-4500-9DFC-F40BF3DE2953}">
      <dgm:prSet/>
      <dgm:spPr/>
      <dgm:t>
        <a:bodyPr/>
        <a:lstStyle/>
        <a:p>
          <a:endParaRPr lang="en-US"/>
        </a:p>
      </dgm:t>
    </dgm:pt>
    <dgm:pt modelId="{E10991D3-72DC-43F3-A778-47C7004FFD62}">
      <dgm:prSet/>
      <dgm:spPr/>
      <dgm:t>
        <a:bodyPr/>
        <a:lstStyle/>
        <a:p>
          <a:r>
            <a:rPr lang="en-US"/>
            <a:t>The Id element specifies an optional identifier for the policy</a:t>
          </a:r>
        </a:p>
      </dgm:t>
    </dgm:pt>
    <dgm:pt modelId="{E1476C4A-6812-4FF1-91A6-2531A7C263E8}" type="parTrans" cxnId="{14E997BA-DD72-4A9E-9919-7518B6E56D6F}">
      <dgm:prSet/>
      <dgm:spPr/>
      <dgm:t>
        <a:bodyPr/>
        <a:lstStyle/>
        <a:p>
          <a:endParaRPr lang="en-US"/>
        </a:p>
      </dgm:t>
    </dgm:pt>
    <dgm:pt modelId="{099782C3-C722-4803-8267-7217F2748655}" type="sibTrans" cxnId="{14E997BA-DD72-4A9E-9919-7518B6E56D6F}">
      <dgm:prSet/>
      <dgm:spPr/>
      <dgm:t>
        <a:bodyPr/>
        <a:lstStyle/>
        <a:p>
          <a:endParaRPr lang="en-US"/>
        </a:p>
      </dgm:t>
    </dgm:pt>
    <dgm:pt modelId="{F6D42493-1F28-4938-A487-20E9AEED05CE}">
      <dgm:prSet/>
      <dgm:spPr/>
      <dgm:t>
        <a:bodyPr/>
        <a:lstStyle/>
        <a:p>
          <a:r>
            <a:rPr lang="en-US"/>
            <a:t>Statement</a:t>
          </a:r>
        </a:p>
      </dgm:t>
    </dgm:pt>
    <dgm:pt modelId="{46C2CFC8-2F2D-4090-8887-515E5ADFF1FE}" type="parTrans" cxnId="{443AA5BF-BC64-4C3B-876F-3D3DC34B833E}">
      <dgm:prSet/>
      <dgm:spPr/>
      <dgm:t>
        <a:bodyPr/>
        <a:lstStyle/>
        <a:p>
          <a:endParaRPr lang="en-US"/>
        </a:p>
      </dgm:t>
    </dgm:pt>
    <dgm:pt modelId="{794F6174-B0C9-4175-80A0-6CF511322A2D}" type="sibTrans" cxnId="{443AA5BF-BC64-4C3B-876F-3D3DC34B833E}">
      <dgm:prSet/>
      <dgm:spPr/>
      <dgm:t>
        <a:bodyPr/>
        <a:lstStyle/>
        <a:p>
          <a:endParaRPr lang="en-US"/>
        </a:p>
      </dgm:t>
    </dgm:pt>
    <dgm:pt modelId="{AE58C4B1-FA49-4041-88D1-9EFE1CA026D4}">
      <dgm:prSet/>
      <dgm:spPr/>
      <dgm:t>
        <a:bodyPr/>
        <a:lstStyle/>
        <a:p>
          <a:r>
            <a:rPr lang="en-US"/>
            <a:t>The Statement element is the main element for a policy. Mandatory</a:t>
          </a:r>
        </a:p>
      </dgm:t>
    </dgm:pt>
    <dgm:pt modelId="{B9A27404-723A-4DFF-AB58-6C686E1A465E}" type="parTrans" cxnId="{4DFA0D43-EDE5-454E-8959-6E2B6F9398B2}">
      <dgm:prSet/>
      <dgm:spPr/>
      <dgm:t>
        <a:bodyPr/>
        <a:lstStyle/>
        <a:p>
          <a:endParaRPr lang="en-US"/>
        </a:p>
      </dgm:t>
    </dgm:pt>
    <dgm:pt modelId="{12A6E4AD-753A-4598-9253-0557FF9CAFF7}" type="sibTrans" cxnId="{4DFA0D43-EDE5-454E-8959-6E2B6F9398B2}">
      <dgm:prSet/>
      <dgm:spPr/>
      <dgm:t>
        <a:bodyPr/>
        <a:lstStyle/>
        <a:p>
          <a:endParaRPr lang="en-US"/>
        </a:p>
      </dgm:t>
    </dgm:pt>
    <dgm:pt modelId="{FA3D04F9-97FE-4800-B73C-CC6171E26861}">
      <dgm:prSet/>
      <dgm:spPr/>
      <dgm:t>
        <a:bodyPr/>
        <a:lstStyle/>
        <a:p>
          <a:r>
            <a:rPr lang="en-US"/>
            <a:t>The Statement element can contain a single statement or an array of individual statements.</a:t>
          </a:r>
        </a:p>
      </dgm:t>
    </dgm:pt>
    <dgm:pt modelId="{63A6056A-87D9-4ED5-8709-C520A88BBEFE}" type="parTrans" cxnId="{3A719BCA-4A02-45A9-813A-E51A9DE087DD}">
      <dgm:prSet/>
      <dgm:spPr/>
      <dgm:t>
        <a:bodyPr/>
        <a:lstStyle/>
        <a:p>
          <a:endParaRPr lang="en-US"/>
        </a:p>
      </dgm:t>
    </dgm:pt>
    <dgm:pt modelId="{A8BC106C-C896-4E5D-B6F4-E6282BD5E378}" type="sibTrans" cxnId="{3A719BCA-4A02-45A9-813A-E51A9DE087DD}">
      <dgm:prSet/>
      <dgm:spPr/>
      <dgm:t>
        <a:bodyPr/>
        <a:lstStyle/>
        <a:p>
          <a:endParaRPr lang="en-US"/>
        </a:p>
      </dgm:t>
    </dgm:pt>
    <dgm:pt modelId="{3AA23756-B0CD-4A19-B2B1-ABEFA489BA33}" type="pres">
      <dgm:prSet presAssocID="{4E9EFAA6-F104-4F45-AA3D-864A5FB097B0}" presName="Name0" presStyleCnt="0">
        <dgm:presLayoutVars>
          <dgm:dir/>
          <dgm:animLvl val="lvl"/>
          <dgm:resizeHandles val="exact"/>
        </dgm:presLayoutVars>
      </dgm:prSet>
      <dgm:spPr/>
    </dgm:pt>
    <dgm:pt modelId="{651CD85F-3F2C-4F80-8E50-E51BFA78FE56}" type="pres">
      <dgm:prSet presAssocID="{48B8979D-ABFA-4E33-9565-94126038FC1A}" presName="linNode" presStyleCnt="0"/>
      <dgm:spPr/>
    </dgm:pt>
    <dgm:pt modelId="{7081C0E6-6D3C-4FAA-98E3-C625A20F3A4B}" type="pres">
      <dgm:prSet presAssocID="{48B8979D-ABFA-4E33-9565-94126038FC1A}" presName="parentText" presStyleLbl="node1" presStyleIdx="0" presStyleCnt="3">
        <dgm:presLayoutVars>
          <dgm:chMax val="1"/>
          <dgm:bulletEnabled val="1"/>
        </dgm:presLayoutVars>
      </dgm:prSet>
      <dgm:spPr/>
    </dgm:pt>
    <dgm:pt modelId="{B53CD9AA-A054-489A-98E8-5192941E73A5}" type="pres">
      <dgm:prSet presAssocID="{48B8979D-ABFA-4E33-9565-94126038FC1A}" presName="descendantText" presStyleLbl="alignAccFollowNode1" presStyleIdx="0" presStyleCnt="3">
        <dgm:presLayoutVars>
          <dgm:bulletEnabled val="1"/>
        </dgm:presLayoutVars>
      </dgm:prSet>
      <dgm:spPr/>
    </dgm:pt>
    <dgm:pt modelId="{D0F3E110-206B-4BD9-9788-757626E1CAD9}" type="pres">
      <dgm:prSet presAssocID="{1153D3EF-EA8A-4170-9D75-1682B49941AD}" presName="sp" presStyleCnt="0"/>
      <dgm:spPr/>
    </dgm:pt>
    <dgm:pt modelId="{C29CA5B9-E171-4BDC-B95A-85EAE6D88179}" type="pres">
      <dgm:prSet presAssocID="{8F1DBAA4-990A-436C-8314-A45F9E4AA770}" presName="linNode" presStyleCnt="0"/>
      <dgm:spPr/>
    </dgm:pt>
    <dgm:pt modelId="{C6500194-ECDF-4DCF-9EE8-38DE14048CCB}" type="pres">
      <dgm:prSet presAssocID="{8F1DBAA4-990A-436C-8314-A45F9E4AA770}" presName="parentText" presStyleLbl="node1" presStyleIdx="1" presStyleCnt="3">
        <dgm:presLayoutVars>
          <dgm:chMax val="1"/>
          <dgm:bulletEnabled val="1"/>
        </dgm:presLayoutVars>
      </dgm:prSet>
      <dgm:spPr/>
    </dgm:pt>
    <dgm:pt modelId="{ADC0DCE4-D310-43C7-9171-4FC31CF72C3F}" type="pres">
      <dgm:prSet presAssocID="{8F1DBAA4-990A-436C-8314-A45F9E4AA770}" presName="descendantText" presStyleLbl="alignAccFollowNode1" presStyleIdx="1" presStyleCnt="3">
        <dgm:presLayoutVars>
          <dgm:bulletEnabled val="1"/>
        </dgm:presLayoutVars>
      </dgm:prSet>
      <dgm:spPr/>
    </dgm:pt>
    <dgm:pt modelId="{7C030256-4638-4D74-9788-48F562393E76}" type="pres">
      <dgm:prSet presAssocID="{6D540A4B-289B-45E4-915B-DA66A4730F9B}" presName="sp" presStyleCnt="0"/>
      <dgm:spPr/>
    </dgm:pt>
    <dgm:pt modelId="{61443271-EB08-4A55-A8D4-4A4F3226C81B}" type="pres">
      <dgm:prSet presAssocID="{F6D42493-1F28-4938-A487-20E9AEED05CE}" presName="linNode" presStyleCnt="0"/>
      <dgm:spPr/>
    </dgm:pt>
    <dgm:pt modelId="{6E0BA646-4142-48FA-8940-DF83EC042B5C}" type="pres">
      <dgm:prSet presAssocID="{F6D42493-1F28-4938-A487-20E9AEED05CE}" presName="parentText" presStyleLbl="node1" presStyleIdx="2" presStyleCnt="3">
        <dgm:presLayoutVars>
          <dgm:chMax val="1"/>
          <dgm:bulletEnabled val="1"/>
        </dgm:presLayoutVars>
      </dgm:prSet>
      <dgm:spPr/>
    </dgm:pt>
    <dgm:pt modelId="{01C7C81B-0C97-4116-A7E6-46A32BB4C8F1}" type="pres">
      <dgm:prSet presAssocID="{F6D42493-1F28-4938-A487-20E9AEED05CE}" presName="descendantText" presStyleLbl="alignAccFollowNode1" presStyleIdx="2" presStyleCnt="3">
        <dgm:presLayoutVars>
          <dgm:bulletEnabled val="1"/>
        </dgm:presLayoutVars>
      </dgm:prSet>
      <dgm:spPr/>
    </dgm:pt>
  </dgm:ptLst>
  <dgm:cxnLst>
    <dgm:cxn modelId="{A9872F04-C82A-4500-9DFC-F40BF3DE2953}" srcId="{4E9EFAA6-F104-4F45-AA3D-864A5FB097B0}" destId="{8F1DBAA4-990A-436C-8314-A45F9E4AA770}" srcOrd="1" destOrd="0" parTransId="{1C135A46-DEB6-450E-8F7B-902F1BB5BFD2}" sibTransId="{6D540A4B-289B-45E4-915B-DA66A4730F9B}"/>
    <dgm:cxn modelId="{44B78F18-8A1E-4339-99CD-EB06F7AF9A9B}" type="presOf" srcId="{F6D42493-1F28-4938-A487-20E9AEED05CE}" destId="{6E0BA646-4142-48FA-8940-DF83EC042B5C}" srcOrd="0" destOrd="0" presId="urn:microsoft.com/office/officeart/2005/8/layout/vList5"/>
    <dgm:cxn modelId="{0E10161C-AEBB-48B8-A727-4F83717F8044}" srcId="{4E9EFAA6-F104-4F45-AA3D-864A5FB097B0}" destId="{48B8979D-ABFA-4E33-9565-94126038FC1A}" srcOrd="0" destOrd="0" parTransId="{438D1986-1DBB-407E-9D9D-D777EB2D2867}" sibTransId="{1153D3EF-EA8A-4170-9D75-1682B49941AD}"/>
    <dgm:cxn modelId="{B7DE813E-4683-4962-95EC-6D8B2E47DC15}" srcId="{48B8979D-ABFA-4E33-9565-94126038FC1A}" destId="{82512B0E-5066-4A23-985F-E954AD4713C9}" srcOrd="1" destOrd="0" parTransId="{BCAD169C-2488-4CC2-855D-A08DF26D0DAA}" sibTransId="{48511E44-850B-480A-9A91-80353B09938E}"/>
    <dgm:cxn modelId="{40BF6A40-51DB-431A-9FA4-C5A86CB95641}" type="presOf" srcId="{4E9EFAA6-F104-4F45-AA3D-864A5FB097B0}" destId="{3AA23756-B0CD-4A19-B2B1-ABEFA489BA33}" srcOrd="0" destOrd="0" presId="urn:microsoft.com/office/officeart/2005/8/layout/vList5"/>
    <dgm:cxn modelId="{4DFA0D43-EDE5-454E-8959-6E2B6F9398B2}" srcId="{F6D42493-1F28-4938-A487-20E9AEED05CE}" destId="{AE58C4B1-FA49-4041-88D1-9EFE1CA026D4}" srcOrd="0" destOrd="0" parTransId="{B9A27404-723A-4DFF-AB58-6C686E1A465E}" sibTransId="{12A6E4AD-753A-4598-9253-0557FF9CAFF7}"/>
    <dgm:cxn modelId="{6F146948-3CDF-45FB-9A75-1162DF4B35BE}" type="presOf" srcId="{E10991D3-72DC-43F3-A778-47C7004FFD62}" destId="{ADC0DCE4-D310-43C7-9171-4FC31CF72C3F}" srcOrd="0" destOrd="0" presId="urn:microsoft.com/office/officeart/2005/8/layout/vList5"/>
    <dgm:cxn modelId="{A4982C49-CAF4-48FF-AF3D-D808E4EDD5FE}" type="presOf" srcId="{827A1CC0-7D4D-4258-97FC-0746B1C9B31A}" destId="{B53CD9AA-A054-489A-98E8-5192941E73A5}" srcOrd="0" destOrd="0" presId="urn:microsoft.com/office/officeart/2005/8/layout/vList5"/>
    <dgm:cxn modelId="{7E7AB47E-8225-4BD3-B0A3-0C428708D57A}" srcId="{48B8979D-ABFA-4E33-9565-94126038FC1A}" destId="{827A1CC0-7D4D-4258-97FC-0746B1C9B31A}" srcOrd="0" destOrd="0" parTransId="{152F821B-A89F-4995-B014-EF0CCC596105}" sibTransId="{3C71DB2D-6BB6-41DA-8209-929912C7F7F9}"/>
    <dgm:cxn modelId="{235C3C81-2416-4B88-B5B8-503D9E614180}" type="presOf" srcId="{FA3D04F9-97FE-4800-B73C-CC6171E26861}" destId="{01C7C81B-0C97-4116-A7E6-46A32BB4C8F1}" srcOrd="0" destOrd="1" presId="urn:microsoft.com/office/officeart/2005/8/layout/vList5"/>
    <dgm:cxn modelId="{A34787B0-CC2F-4AE3-937A-E944D03B20FC}" type="presOf" srcId="{AE58C4B1-FA49-4041-88D1-9EFE1CA026D4}" destId="{01C7C81B-0C97-4116-A7E6-46A32BB4C8F1}" srcOrd="0" destOrd="0" presId="urn:microsoft.com/office/officeart/2005/8/layout/vList5"/>
    <dgm:cxn modelId="{14E997BA-DD72-4A9E-9919-7518B6E56D6F}" srcId="{8F1DBAA4-990A-436C-8314-A45F9E4AA770}" destId="{E10991D3-72DC-43F3-A778-47C7004FFD62}" srcOrd="0" destOrd="0" parTransId="{E1476C4A-6812-4FF1-91A6-2531A7C263E8}" sibTransId="{099782C3-C722-4803-8267-7217F2748655}"/>
    <dgm:cxn modelId="{E2C498BA-FEAF-46DD-B288-02DE648201EC}" type="presOf" srcId="{82512B0E-5066-4A23-985F-E954AD4713C9}" destId="{B53CD9AA-A054-489A-98E8-5192941E73A5}" srcOrd="0" destOrd="1" presId="urn:microsoft.com/office/officeart/2005/8/layout/vList5"/>
    <dgm:cxn modelId="{443AA5BF-BC64-4C3B-876F-3D3DC34B833E}" srcId="{4E9EFAA6-F104-4F45-AA3D-864A5FB097B0}" destId="{F6D42493-1F28-4938-A487-20E9AEED05CE}" srcOrd="2" destOrd="0" parTransId="{46C2CFC8-2F2D-4090-8887-515E5ADFF1FE}" sibTransId="{794F6174-B0C9-4175-80A0-6CF511322A2D}"/>
    <dgm:cxn modelId="{CF3046C1-0DC4-4D1C-A111-CBA901DF1CB1}" type="presOf" srcId="{8F1DBAA4-990A-436C-8314-A45F9E4AA770}" destId="{C6500194-ECDF-4DCF-9EE8-38DE14048CCB}" srcOrd="0" destOrd="0" presId="urn:microsoft.com/office/officeart/2005/8/layout/vList5"/>
    <dgm:cxn modelId="{3A719BCA-4A02-45A9-813A-E51A9DE087DD}" srcId="{F6D42493-1F28-4938-A487-20E9AEED05CE}" destId="{FA3D04F9-97FE-4800-B73C-CC6171E26861}" srcOrd="1" destOrd="0" parTransId="{63A6056A-87D9-4ED5-8709-C520A88BBEFE}" sibTransId="{A8BC106C-C896-4E5D-B6F4-E6282BD5E378}"/>
    <dgm:cxn modelId="{89E9F8FA-7BB5-4A33-86DB-88F073954422}" type="presOf" srcId="{48B8979D-ABFA-4E33-9565-94126038FC1A}" destId="{7081C0E6-6D3C-4FAA-98E3-C625A20F3A4B}" srcOrd="0" destOrd="0" presId="urn:microsoft.com/office/officeart/2005/8/layout/vList5"/>
    <dgm:cxn modelId="{095571C4-5171-4D37-862A-7285A9D9CC22}" type="presParOf" srcId="{3AA23756-B0CD-4A19-B2B1-ABEFA489BA33}" destId="{651CD85F-3F2C-4F80-8E50-E51BFA78FE56}" srcOrd="0" destOrd="0" presId="urn:microsoft.com/office/officeart/2005/8/layout/vList5"/>
    <dgm:cxn modelId="{56DC5387-11FC-4A08-9A3B-E8A88CE2A83A}" type="presParOf" srcId="{651CD85F-3F2C-4F80-8E50-E51BFA78FE56}" destId="{7081C0E6-6D3C-4FAA-98E3-C625A20F3A4B}" srcOrd="0" destOrd="0" presId="urn:microsoft.com/office/officeart/2005/8/layout/vList5"/>
    <dgm:cxn modelId="{BF47406E-FA91-4E0B-A037-167B41EF7A84}" type="presParOf" srcId="{651CD85F-3F2C-4F80-8E50-E51BFA78FE56}" destId="{B53CD9AA-A054-489A-98E8-5192941E73A5}" srcOrd="1" destOrd="0" presId="urn:microsoft.com/office/officeart/2005/8/layout/vList5"/>
    <dgm:cxn modelId="{45FA60B1-BB16-4280-A6AE-23079945CF5D}" type="presParOf" srcId="{3AA23756-B0CD-4A19-B2B1-ABEFA489BA33}" destId="{D0F3E110-206B-4BD9-9788-757626E1CAD9}" srcOrd="1" destOrd="0" presId="urn:microsoft.com/office/officeart/2005/8/layout/vList5"/>
    <dgm:cxn modelId="{7EA498A0-446F-4BC5-A84B-C1D5EC90C44D}" type="presParOf" srcId="{3AA23756-B0CD-4A19-B2B1-ABEFA489BA33}" destId="{C29CA5B9-E171-4BDC-B95A-85EAE6D88179}" srcOrd="2" destOrd="0" presId="urn:microsoft.com/office/officeart/2005/8/layout/vList5"/>
    <dgm:cxn modelId="{13540716-9E85-4B0B-A2F2-58D3617FAA59}" type="presParOf" srcId="{C29CA5B9-E171-4BDC-B95A-85EAE6D88179}" destId="{C6500194-ECDF-4DCF-9EE8-38DE14048CCB}" srcOrd="0" destOrd="0" presId="urn:microsoft.com/office/officeart/2005/8/layout/vList5"/>
    <dgm:cxn modelId="{AC3D8A3C-C2F5-4981-AC8A-4CC060E093AB}" type="presParOf" srcId="{C29CA5B9-E171-4BDC-B95A-85EAE6D88179}" destId="{ADC0DCE4-D310-43C7-9171-4FC31CF72C3F}" srcOrd="1" destOrd="0" presId="urn:microsoft.com/office/officeart/2005/8/layout/vList5"/>
    <dgm:cxn modelId="{1A13DDE4-45F3-4F2C-A4E5-2490809DEF1F}" type="presParOf" srcId="{3AA23756-B0CD-4A19-B2B1-ABEFA489BA33}" destId="{7C030256-4638-4D74-9788-48F562393E76}" srcOrd="3" destOrd="0" presId="urn:microsoft.com/office/officeart/2005/8/layout/vList5"/>
    <dgm:cxn modelId="{73BBD8A5-CE2D-4803-A5D2-00B74047C19C}" type="presParOf" srcId="{3AA23756-B0CD-4A19-B2B1-ABEFA489BA33}" destId="{61443271-EB08-4A55-A8D4-4A4F3226C81B}" srcOrd="4" destOrd="0" presId="urn:microsoft.com/office/officeart/2005/8/layout/vList5"/>
    <dgm:cxn modelId="{F85C55E6-F2CA-45BD-852A-F8F6F05C9708}" type="presParOf" srcId="{61443271-EB08-4A55-A8D4-4A4F3226C81B}" destId="{6E0BA646-4142-48FA-8940-DF83EC042B5C}" srcOrd="0" destOrd="0" presId="urn:microsoft.com/office/officeart/2005/8/layout/vList5"/>
    <dgm:cxn modelId="{65A6A585-CC37-4348-9E58-A179AA6921FB}" type="presParOf" srcId="{61443271-EB08-4A55-A8D4-4A4F3226C81B}" destId="{01C7C81B-0C97-4116-A7E6-46A32BB4C8F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4A303C-FD56-403E-9A06-8794D3B35F37}"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4C3F0359-E76C-4723-AAA1-68C38DCE7FDC}">
      <dgm:prSet/>
      <dgm:spPr/>
      <dgm:t>
        <a:bodyPr/>
        <a:lstStyle/>
        <a:p>
          <a:r>
            <a:rPr lang="en-US"/>
            <a:t>Sid</a:t>
          </a:r>
        </a:p>
      </dgm:t>
    </dgm:pt>
    <dgm:pt modelId="{95B43072-D4B4-4651-8060-449C5AE93A00}" type="parTrans" cxnId="{47B42961-EC9B-4894-99CE-DA1EC9AD1CE9}">
      <dgm:prSet/>
      <dgm:spPr/>
      <dgm:t>
        <a:bodyPr/>
        <a:lstStyle/>
        <a:p>
          <a:endParaRPr lang="en-US"/>
        </a:p>
      </dgm:t>
    </dgm:pt>
    <dgm:pt modelId="{45DD0A87-4F94-45F4-AE15-97C46A945216}" type="sibTrans" cxnId="{47B42961-EC9B-4894-99CE-DA1EC9AD1CE9}">
      <dgm:prSet/>
      <dgm:spPr/>
      <dgm:t>
        <a:bodyPr/>
        <a:lstStyle/>
        <a:p>
          <a:endParaRPr lang="en-US"/>
        </a:p>
      </dgm:t>
    </dgm:pt>
    <dgm:pt modelId="{623204B9-FB4C-44F1-AE73-88BB9C83893F}">
      <dgm:prSet/>
      <dgm:spPr/>
      <dgm:t>
        <a:bodyPr/>
        <a:lstStyle/>
        <a:p>
          <a:r>
            <a:rPr lang="en-US"/>
            <a:t>The Sid (statement ID) is an optional identifier that you provide for the policy statement</a:t>
          </a:r>
        </a:p>
      </dgm:t>
    </dgm:pt>
    <dgm:pt modelId="{F3F04D95-04EF-4590-A900-8FC70772AFAE}" type="parTrans" cxnId="{6EA67370-2CD7-40BF-BCF0-03D4A395D582}">
      <dgm:prSet/>
      <dgm:spPr/>
      <dgm:t>
        <a:bodyPr/>
        <a:lstStyle/>
        <a:p>
          <a:endParaRPr lang="en-US"/>
        </a:p>
      </dgm:t>
    </dgm:pt>
    <dgm:pt modelId="{04C9C83B-6D84-400C-A561-98C884CD5025}" type="sibTrans" cxnId="{6EA67370-2CD7-40BF-BCF0-03D4A395D582}">
      <dgm:prSet/>
      <dgm:spPr/>
      <dgm:t>
        <a:bodyPr/>
        <a:lstStyle/>
        <a:p>
          <a:endParaRPr lang="en-US"/>
        </a:p>
      </dgm:t>
    </dgm:pt>
    <dgm:pt modelId="{3F5A5C39-4211-4FDE-8BF1-F8353E66A35C}">
      <dgm:prSet/>
      <dgm:spPr/>
      <dgm:t>
        <a:bodyPr/>
        <a:lstStyle/>
        <a:p>
          <a:r>
            <a:rPr lang="en-US"/>
            <a:t>Effect</a:t>
          </a:r>
        </a:p>
      </dgm:t>
    </dgm:pt>
    <dgm:pt modelId="{7CBBA005-5656-4279-80A0-434A7B54D478}" type="parTrans" cxnId="{180D584A-208A-46E8-B3B7-C1EF916A79A5}">
      <dgm:prSet/>
      <dgm:spPr/>
      <dgm:t>
        <a:bodyPr/>
        <a:lstStyle/>
        <a:p>
          <a:endParaRPr lang="en-US"/>
        </a:p>
      </dgm:t>
    </dgm:pt>
    <dgm:pt modelId="{310865D2-25A8-48C2-B767-9D42F7AA064E}" type="sibTrans" cxnId="{180D584A-208A-46E8-B3B7-C1EF916A79A5}">
      <dgm:prSet/>
      <dgm:spPr/>
      <dgm:t>
        <a:bodyPr/>
        <a:lstStyle/>
        <a:p>
          <a:endParaRPr lang="en-US"/>
        </a:p>
      </dgm:t>
    </dgm:pt>
    <dgm:pt modelId="{567C9B75-FB33-4D97-9612-C6E8CA005C29}">
      <dgm:prSet/>
      <dgm:spPr/>
      <dgm:t>
        <a:bodyPr/>
        <a:lstStyle/>
        <a:p>
          <a:r>
            <a:rPr lang="en-US"/>
            <a:t>The Effect element is required and specifies whether the statement results in an allow or an explicit deny</a:t>
          </a:r>
        </a:p>
      </dgm:t>
    </dgm:pt>
    <dgm:pt modelId="{9E6B1953-31AF-46D3-AB53-5C30AE219408}" type="parTrans" cxnId="{38EDD692-E9CC-4A1E-A28D-0C9D500C40B6}">
      <dgm:prSet/>
      <dgm:spPr/>
      <dgm:t>
        <a:bodyPr/>
        <a:lstStyle/>
        <a:p>
          <a:endParaRPr lang="en-US"/>
        </a:p>
      </dgm:t>
    </dgm:pt>
    <dgm:pt modelId="{CAE6493B-53F7-4A5B-9AE1-2F992449FFA6}" type="sibTrans" cxnId="{38EDD692-E9CC-4A1E-A28D-0C9D500C40B6}">
      <dgm:prSet/>
      <dgm:spPr/>
      <dgm:t>
        <a:bodyPr/>
        <a:lstStyle/>
        <a:p>
          <a:endParaRPr lang="en-US"/>
        </a:p>
      </dgm:t>
    </dgm:pt>
    <dgm:pt modelId="{F9DB821C-197E-40FA-8DE8-06B304C4CB89}">
      <dgm:prSet/>
      <dgm:spPr/>
      <dgm:t>
        <a:bodyPr/>
        <a:lstStyle/>
        <a:p>
          <a:r>
            <a:rPr lang="en-US"/>
            <a:t>Principal</a:t>
          </a:r>
        </a:p>
      </dgm:t>
    </dgm:pt>
    <dgm:pt modelId="{B3EFC6C4-9658-44C6-9CB3-85079186DBB1}" type="parTrans" cxnId="{FCEF2384-4DC7-4AD6-A9BC-346F3CD08127}">
      <dgm:prSet/>
      <dgm:spPr/>
      <dgm:t>
        <a:bodyPr/>
        <a:lstStyle/>
        <a:p>
          <a:endParaRPr lang="en-US"/>
        </a:p>
      </dgm:t>
    </dgm:pt>
    <dgm:pt modelId="{52E222A2-2197-48BC-AE31-AC6EAEE73261}" type="sibTrans" cxnId="{FCEF2384-4DC7-4AD6-A9BC-346F3CD08127}">
      <dgm:prSet/>
      <dgm:spPr/>
      <dgm:t>
        <a:bodyPr/>
        <a:lstStyle/>
        <a:p>
          <a:endParaRPr lang="en-US"/>
        </a:p>
      </dgm:t>
    </dgm:pt>
    <dgm:pt modelId="{22E478EB-55DF-4341-B269-565F11DC4AB2}">
      <dgm:prSet/>
      <dgm:spPr/>
      <dgm:t>
        <a:bodyPr/>
        <a:lstStyle/>
        <a:p>
          <a:r>
            <a:rPr lang="en-US"/>
            <a:t>Use the Principal element in a policy to specify the principal that is allowed or denied access to a resource</a:t>
          </a:r>
        </a:p>
      </dgm:t>
    </dgm:pt>
    <dgm:pt modelId="{D8850AD5-B4FE-4F73-83E9-CCB23D340CCB}" type="parTrans" cxnId="{49973EF0-5754-47B0-B283-4C937058DCF4}">
      <dgm:prSet/>
      <dgm:spPr/>
      <dgm:t>
        <a:bodyPr/>
        <a:lstStyle/>
        <a:p>
          <a:endParaRPr lang="en-US"/>
        </a:p>
      </dgm:t>
    </dgm:pt>
    <dgm:pt modelId="{3E1D55E6-72AA-4E8B-9FC1-781BB1130B83}" type="sibTrans" cxnId="{49973EF0-5754-47B0-B283-4C937058DCF4}">
      <dgm:prSet/>
      <dgm:spPr/>
      <dgm:t>
        <a:bodyPr/>
        <a:lstStyle/>
        <a:p>
          <a:endParaRPr lang="en-US"/>
        </a:p>
      </dgm:t>
    </dgm:pt>
    <dgm:pt modelId="{31744D8E-36DF-404D-A83D-5AED1A3EEB56}">
      <dgm:prSet/>
      <dgm:spPr/>
      <dgm:t>
        <a:bodyPr/>
        <a:lstStyle/>
        <a:p>
          <a:r>
            <a:rPr lang="en-US"/>
            <a:t>Cannot be used in Identity Based policies</a:t>
          </a:r>
        </a:p>
      </dgm:t>
    </dgm:pt>
    <dgm:pt modelId="{8A0F8608-17B8-415A-BB75-11D794BDA767}" type="parTrans" cxnId="{EC7D0C0D-E08C-4B71-B563-99AB6589A9E6}">
      <dgm:prSet/>
      <dgm:spPr/>
      <dgm:t>
        <a:bodyPr/>
        <a:lstStyle/>
        <a:p>
          <a:endParaRPr lang="en-US"/>
        </a:p>
      </dgm:t>
    </dgm:pt>
    <dgm:pt modelId="{1E2A2E92-E991-451E-A966-B6AA68D08F79}" type="sibTrans" cxnId="{EC7D0C0D-E08C-4B71-B563-99AB6589A9E6}">
      <dgm:prSet/>
      <dgm:spPr/>
      <dgm:t>
        <a:bodyPr/>
        <a:lstStyle/>
        <a:p>
          <a:endParaRPr lang="en-US"/>
        </a:p>
      </dgm:t>
    </dgm:pt>
    <dgm:pt modelId="{FAAD7CDC-B73B-4447-8B4B-8CD80567DC69}" type="pres">
      <dgm:prSet presAssocID="{1D4A303C-FD56-403E-9A06-8794D3B35F37}" presName="root" presStyleCnt="0">
        <dgm:presLayoutVars>
          <dgm:dir/>
          <dgm:resizeHandles val="exact"/>
        </dgm:presLayoutVars>
      </dgm:prSet>
      <dgm:spPr/>
    </dgm:pt>
    <dgm:pt modelId="{5E4E7BBE-A25C-4DF9-94B6-F3EAD7BFD41C}" type="pres">
      <dgm:prSet presAssocID="{4C3F0359-E76C-4723-AAA1-68C38DCE7FDC}" presName="compNode" presStyleCnt="0"/>
      <dgm:spPr/>
    </dgm:pt>
    <dgm:pt modelId="{8FBB9728-8D70-484B-93D5-F560FBBAFD50}" type="pres">
      <dgm:prSet presAssocID="{4C3F0359-E76C-4723-AAA1-68C38DCE7FDC}" presName="bgRect" presStyleLbl="bgShp" presStyleIdx="0" presStyleCnt="3"/>
      <dgm:spPr/>
    </dgm:pt>
    <dgm:pt modelId="{835442B6-9E51-44C1-960B-D1A67A83CCEC}" type="pres">
      <dgm:prSet presAssocID="{4C3F0359-E76C-4723-AAA1-68C38DCE7FD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33F32ECF-2543-472B-9C20-206CD0A356CF}" type="pres">
      <dgm:prSet presAssocID="{4C3F0359-E76C-4723-AAA1-68C38DCE7FDC}" presName="spaceRect" presStyleCnt="0"/>
      <dgm:spPr/>
    </dgm:pt>
    <dgm:pt modelId="{F5A2E8C7-AB89-4B74-8035-392D48365C90}" type="pres">
      <dgm:prSet presAssocID="{4C3F0359-E76C-4723-AAA1-68C38DCE7FDC}" presName="parTx" presStyleLbl="revTx" presStyleIdx="0" presStyleCnt="6">
        <dgm:presLayoutVars>
          <dgm:chMax val="0"/>
          <dgm:chPref val="0"/>
        </dgm:presLayoutVars>
      </dgm:prSet>
      <dgm:spPr/>
    </dgm:pt>
    <dgm:pt modelId="{CC25A5F4-580D-4E2C-BB36-B3DE6BCB8C50}" type="pres">
      <dgm:prSet presAssocID="{4C3F0359-E76C-4723-AAA1-68C38DCE7FDC}" presName="desTx" presStyleLbl="revTx" presStyleIdx="1" presStyleCnt="6">
        <dgm:presLayoutVars/>
      </dgm:prSet>
      <dgm:spPr/>
    </dgm:pt>
    <dgm:pt modelId="{6C9DA280-38E0-44CA-966C-995574C5D681}" type="pres">
      <dgm:prSet presAssocID="{45DD0A87-4F94-45F4-AE15-97C46A945216}" presName="sibTrans" presStyleCnt="0"/>
      <dgm:spPr/>
    </dgm:pt>
    <dgm:pt modelId="{D7B87279-9332-4878-BA74-211AC24758DA}" type="pres">
      <dgm:prSet presAssocID="{3F5A5C39-4211-4FDE-8BF1-F8353E66A35C}" presName="compNode" presStyleCnt="0"/>
      <dgm:spPr/>
    </dgm:pt>
    <dgm:pt modelId="{0D83562F-37B5-4CDE-8F39-4A149A0E0288}" type="pres">
      <dgm:prSet presAssocID="{3F5A5C39-4211-4FDE-8BF1-F8353E66A35C}" presName="bgRect" presStyleLbl="bgShp" presStyleIdx="1" presStyleCnt="3"/>
      <dgm:spPr/>
    </dgm:pt>
    <dgm:pt modelId="{6A5945A5-CA14-4B60-8FBC-EB27B7543737}" type="pres">
      <dgm:prSet presAssocID="{3F5A5C39-4211-4FDE-8BF1-F8353E66A35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EE26B7B9-1400-4428-93E3-EFCA72F577F3}" type="pres">
      <dgm:prSet presAssocID="{3F5A5C39-4211-4FDE-8BF1-F8353E66A35C}" presName="spaceRect" presStyleCnt="0"/>
      <dgm:spPr/>
    </dgm:pt>
    <dgm:pt modelId="{6F4EACF7-F5B5-4525-99F2-AF8BBF2E6077}" type="pres">
      <dgm:prSet presAssocID="{3F5A5C39-4211-4FDE-8BF1-F8353E66A35C}" presName="parTx" presStyleLbl="revTx" presStyleIdx="2" presStyleCnt="6">
        <dgm:presLayoutVars>
          <dgm:chMax val="0"/>
          <dgm:chPref val="0"/>
        </dgm:presLayoutVars>
      </dgm:prSet>
      <dgm:spPr/>
    </dgm:pt>
    <dgm:pt modelId="{DED50BD5-9CEA-43CD-835A-66D0BE1C5F13}" type="pres">
      <dgm:prSet presAssocID="{3F5A5C39-4211-4FDE-8BF1-F8353E66A35C}" presName="desTx" presStyleLbl="revTx" presStyleIdx="3" presStyleCnt="6">
        <dgm:presLayoutVars/>
      </dgm:prSet>
      <dgm:spPr/>
    </dgm:pt>
    <dgm:pt modelId="{E759A9F9-556B-4BB1-8AFE-D6A605404948}" type="pres">
      <dgm:prSet presAssocID="{310865D2-25A8-48C2-B767-9D42F7AA064E}" presName="sibTrans" presStyleCnt="0"/>
      <dgm:spPr/>
    </dgm:pt>
    <dgm:pt modelId="{029FAF3C-12D6-4F75-9E9C-5CBB35FC8524}" type="pres">
      <dgm:prSet presAssocID="{F9DB821C-197E-40FA-8DE8-06B304C4CB89}" presName="compNode" presStyleCnt="0"/>
      <dgm:spPr/>
    </dgm:pt>
    <dgm:pt modelId="{C3AE50C9-3860-4A06-82EE-B206A821BF87}" type="pres">
      <dgm:prSet presAssocID="{F9DB821C-197E-40FA-8DE8-06B304C4CB89}" presName="bgRect" presStyleLbl="bgShp" presStyleIdx="2" presStyleCnt="3"/>
      <dgm:spPr/>
    </dgm:pt>
    <dgm:pt modelId="{65B349A5-B945-4364-B658-FB3B8F947735}" type="pres">
      <dgm:prSet presAssocID="{F9DB821C-197E-40FA-8DE8-06B304C4CB8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o sign"/>
        </a:ext>
      </dgm:extLst>
    </dgm:pt>
    <dgm:pt modelId="{62BD20D0-A71A-417A-8D11-E826371F92C6}" type="pres">
      <dgm:prSet presAssocID="{F9DB821C-197E-40FA-8DE8-06B304C4CB89}" presName="spaceRect" presStyleCnt="0"/>
      <dgm:spPr/>
    </dgm:pt>
    <dgm:pt modelId="{D4C93219-D9CE-4AA0-ACF5-369C9098AC24}" type="pres">
      <dgm:prSet presAssocID="{F9DB821C-197E-40FA-8DE8-06B304C4CB89}" presName="parTx" presStyleLbl="revTx" presStyleIdx="4" presStyleCnt="6">
        <dgm:presLayoutVars>
          <dgm:chMax val="0"/>
          <dgm:chPref val="0"/>
        </dgm:presLayoutVars>
      </dgm:prSet>
      <dgm:spPr/>
    </dgm:pt>
    <dgm:pt modelId="{79DCD2FC-E47A-4304-904F-092C2A8EAFFB}" type="pres">
      <dgm:prSet presAssocID="{F9DB821C-197E-40FA-8DE8-06B304C4CB89}" presName="desTx" presStyleLbl="revTx" presStyleIdx="5" presStyleCnt="6">
        <dgm:presLayoutVars/>
      </dgm:prSet>
      <dgm:spPr/>
    </dgm:pt>
  </dgm:ptLst>
  <dgm:cxnLst>
    <dgm:cxn modelId="{EC7D0C0D-E08C-4B71-B563-99AB6589A9E6}" srcId="{F9DB821C-197E-40FA-8DE8-06B304C4CB89}" destId="{31744D8E-36DF-404D-A83D-5AED1A3EEB56}" srcOrd="1" destOrd="0" parTransId="{8A0F8608-17B8-415A-BB75-11D794BDA767}" sibTransId="{1E2A2E92-E991-451E-A966-B6AA68D08F79}"/>
    <dgm:cxn modelId="{CDD3F617-E1B8-456F-A3A5-4892E0851555}" type="presOf" srcId="{31744D8E-36DF-404D-A83D-5AED1A3EEB56}" destId="{79DCD2FC-E47A-4304-904F-092C2A8EAFFB}" srcOrd="0" destOrd="1" presId="urn:microsoft.com/office/officeart/2018/2/layout/IconVerticalSolidList"/>
    <dgm:cxn modelId="{63427D29-A40F-43F5-BC9E-C9F9B864AACE}" type="presOf" srcId="{4C3F0359-E76C-4723-AAA1-68C38DCE7FDC}" destId="{F5A2E8C7-AB89-4B74-8035-392D48365C90}" srcOrd="0" destOrd="0" presId="urn:microsoft.com/office/officeart/2018/2/layout/IconVerticalSolidList"/>
    <dgm:cxn modelId="{C822F336-6565-4118-98FD-2AE186866986}" type="presOf" srcId="{623204B9-FB4C-44F1-AE73-88BB9C83893F}" destId="{CC25A5F4-580D-4E2C-BB36-B3DE6BCB8C50}" srcOrd="0" destOrd="0" presId="urn:microsoft.com/office/officeart/2018/2/layout/IconVerticalSolidList"/>
    <dgm:cxn modelId="{47B42961-EC9B-4894-99CE-DA1EC9AD1CE9}" srcId="{1D4A303C-FD56-403E-9A06-8794D3B35F37}" destId="{4C3F0359-E76C-4723-AAA1-68C38DCE7FDC}" srcOrd="0" destOrd="0" parTransId="{95B43072-D4B4-4651-8060-449C5AE93A00}" sibTransId="{45DD0A87-4F94-45F4-AE15-97C46A945216}"/>
    <dgm:cxn modelId="{180D584A-208A-46E8-B3B7-C1EF916A79A5}" srcId="{1D4A303C-FD56-403E-9A06-8794D3B35F37}" destId="{3F5A5C39-4211-4FDE-8BF1-F8353E66A35C}" srcOrd="1" destOrd="0" parTransId="{7CBBA005-5656-4279-80A0-434A7B54D478}" sibTransId="{310865D2-25A8-48C2-B767-9D42F7AA064E}"/>
    <dgm:cxn modelId="{6EA67370-2CD7-40BF-BCF0-03D4A395D582}" srcId="{4C3F0359-E76C-4723-AAA1-68C38DCE7FDC}" destId="{623204B9-FB4C-44F1-AE73-88BB9C83893F}" srcOrd="0" destOrd="0" parTransId="{F3F04D95-04EF-4590-A900-8FC70772AFAE}" sibTransId="{04C9C83B-6D84-400C-A561-98C884CD5025}"/>
    <dgm:cxn modelId="{5B752F78-291A-4065-B0D8-C88C832CD2DA}" type="presOf" srcId="{22E478EB-55DF-4341-B269-565F11DC4AB2}" destId="{79DCD2FC-E47A-4304-904F-092C2A8EAFFB}" srcOrd="0" destOrd="0" presId="urn:microsoft.com/office/officeart/2018/2/layout/IconVerticalSolidList"/>
    <dgm:cxn modelId="{FCEF2384-4DC7-4AD6-A9BC-346F3CD08127}" srcId="{1D4A303C-FD56-403E-9A06-8794D3B35F37}" destId="{F9DB821C-197E-40FA-8DE8-06B304C4CB89}" srcOrd="2" destOrd="0" parTransId="{B3EFC6C4-9658-44C6-9CB3-85079186DBB1}" sibTransId="{52E222A2-2197-48BC-AE31-AC6EAEE73261}"/>
    <dgm:cxn modelId="{38EDD692-E9CC-4A1E-A28D-0C9D500C40B6}" srcId="{3F5A5C39-4211-4FDE-8BF1-F8353E66A35C}" destId="{567C9B75-FB33-4D97-9612-C6E8CA005C29}" srcOrd="0" destOrd="0" parTransId="{9E6B1953-31AF-46D3-AB53-5C30AE219408}" sibTransId="{CAE6493B-53F7-4A5B-9AE1-2F992449FFA6}"/>
    <dgm:cxn modelId="{925C0C98-B384-4435-9B09-5E7C3F6C2CA2}" type="presOf" srcId="{F9DB821C-197E-40FA-8DE8-06B304C4CB89}" destId="{D4C93219-D9CE-4AA0-ACF5-369C9098AC24}" srcOrd="0" destOrd="0" presId="urn:microsoft.com/office/officeart/2018/2/layout/IconVerticalSolidList"/>
    <dgm:cxn modelId="{2B8639BE-576A-484B-9303-6CCC6B43874E}" type="presOf" srcId="{3F5A5C39-4211-4FDE-8BF1-F8353E66A35C}" destId="{6F4EACF7-F5B5-4525-99F2-AF8BBF2E6077}" srcOrd="0" destOrd="0" presId="urn:microsoft.com/office/officeart/2018/2/layout/IconVerticalSolidList"/>
    <dgm:cxn modelId="{71B59FD9-5A3F-437A-BDB9-91FD6D0B148A}" type="presOf" srcId="{1D4A303C-FD56-403E-9A06-8794D3B35F37}" destId="{FAAD7CDC-B73B-4447-8B4B-8CD80567DC69}" srcOrd="0" destOrd="0" presId="urn:microsoft.com/office/officeart/2018/2/layout/IconVerticalSolidList"/>
    <dgm:cxn modelId="{DB7315E0-F344-4F2A-9F2C-617A78AFAB04}" type="presOf" srcId="{567C9B75-FB33-4D97-9612-C6E8CA005C29}" destId="{DED50BD5-9CEA-43CD-835A-66D0BE1C5F13}" srcOrd="0" destOrd="0" presId="urn:microsoft.com/office/officeart/2018/2/layout/IconVerticalSolidList"/>
    <dgm:cxn modelId="{49973EF0-5754-47B0-B283-4C937058DCF4}" srcId="{F9DB821C-197E-40FA-8DE8-06B304C4CB89}" destId="{22E478EB-55DF-4341-B269-565F11DC4AB2}" srcOrd="0" destOrd="0" parTransId="{D8850AD5-B4FE-4F73-83E9-CCB23D340CCB}" sibTransId="{3E1D55E6-72AA-4E8B-9FC1-781BB1130B83}"/>
    <dgm:cxn modelId="{140EEDCF-2ACB-49F7-AD0C-D657631F83DF}" type="presParOf" srcId="{FAAD7CDC-B73B-4447-8B4B-8CD80567DC69}" destId="{5E4E7BBE-A25C-4DF9-94B6-F3EAD7BFD41C}" srcOrd="0" destOrd="0" presId="urn:microsoft.com/office/officeart/2018/2/layout/IconVerticalSolidList"/>
    <dgm:cxn modelId="{34CD7005-1BE0-4A87-ADA3-9FB138164AE4}" type="presParOf" srcId="{5E4E7BBE-A25C-4DF9-94B6-F3EAD7BFD41C}" destId="{8FBB9728-8D70-484B-93D5-F560FBBAFD50}" srcOrd="0" destOrd="0" presId="urn:microsoft.com/office/officeart/2018/2/layout/IconVerticalSolidList"/>
    <dgm:cxn modelId="{1E9E53DE-4396-48A0-AD8B-A37634729C69}" type="presParOf" srcId="{5E4E7BBE-A25C-4DF9-94B6-F3EAD7BFD41C}" destId="{835442B6-9E51-44C1-960B-D1A67A83CCEC}" srcOrd="1" destOrd="0" presId="urn:microsoft.com/office/officeart/2018/2/layout/IconVerticalSolidList"/>
    <dgm:cxn modelId="{A7AB54C1-53D0-4820-8164-628E0AA0EA74}" type="presParOf" srcId="{5E4E7BBE-A25C-4DF9-94B6-F3EAD7BFD41C}" destId="{33F32ECF-2543-472B-9C20-206CD0A356CF}" srcOrd="2" destOrd="0" presId="urn:microsoft.com/office/officeart/2018/2/layout/IconVerticalSolidList"/>
    <dgm:cxn modelId="{8A6F9D42-BDB8-4C1B-98DE-4C2BE8F28032}" type="presParOf" srcId="{5E4E7BBE-A25C-4DF9-94B6-F3EAD7BFD41C}" destId="{F5A2E8C7-AB89-4B74-8035-392D48365C90}" srcOrd="3" destOrd="0" presId="urn:microsoft.com/office/officeart/2018/2/layout/IconVerticalSolidList"/>
    <dgm:cxn modelId="{93F3EC2F-3C1B-46C7-9850-9914267DCDCF}" type="presParOf" srcId="{5E4E7BBE-A25C-4DF9-94B6-F3EAD7BFD41C}" destId="{CC25A5F4-580D-4E2C-BB36-B3DE6BCB8C50}" srcOrd="4" destOrd="0" presId="urn:microsoft.com/office/officeart/2018/2/layout/IconVerticalSolidList"/>
    <dgm:cxn modelId="{5AA77CFF-A835-41F9-B7E6-1AF6CA45B2AF}" type="presParOf" srcId="{FAAD7CDC-B73B-4447-8B4B-8CD80567DC69}" destId="{6C9DA280-38E0-44CA-966C-995574C5D681}" srcOrd="1" destOrd="0" presId="urn:microsoft.com/office/officeart/2018/2/layout/IconVerticalSolidList"/>
    <dgm:cxn modelId="{21FFB25E-961C-4170-924E-D10742737B01}" type="presParOf" srcId="{FAAD7CDC-B73B-4447-8B4B-8CD80567DC69}" destId="{D7B87279-9332-4878-BA74-211AC24758DA}" srcOrd="2" destOrd="0" presId="urn:microsoft.com/office/officeart/2018/2/layout/IconVerticalSolidList"/>
    <dgm:cxn modelId="{539CA4BD-CA1E-4592-94BA-9E49555F5AFD}" type="presParOf" srcId="{D7B87279-9332-4878-BA74-211AC24758DA}" destId="{0D83562F-37B5-4CDE-8F39-4A149A0E0288}" srcOrd="0" destOrd="0" presId="urn:microsoft.com/office/officeart/2018/2/layout/IconVerticalSolidList"/>
    <dgm:cxn modelId="{B8DD2E22-F647-4393-93E6-ED3BD0244A88}" type="presParOf" srcId="{D7B87279-9332-4878-BA74-211AC24758DA}" destId="{6A5945A5-CA14-4B60-8FBC-EB27B7543737}" srcOrd="1" destOrd="0" presId="urn:microsoft.com/office/officeart/2018/2/layout/IconVerticalSolidList"/>
    <dgm:cxn modelId="{1F5E7598-6B02-4910-875D-09B14440EFCB}" type="presParOf" srcId="{D7B87279-9332-4878-BA74-211AC24758DA}" destId="{EE26B7B9-1400-4428-93E3-EFCA72F577F3}" srcOrd="2" destOrd="0" presId="urn:microsoft.com/office/officeart/2018/2/layout/IconVerticalSolidList"/>
    <dgm:cxn modelId="{9C1D842B-6EA5-496C-A980-337382E564E6}" type="presParOf" srcId="{D7B87279-9332-4878-BA74-211AC24758DA}" destId="{6F4EACF7-F5B5-4525-99F2-AF8BBF2E6077}" srcOrd="3" destOrd="0" presId="urn:microsoft.com/office/officeart/2018/2/layout/IconVerticalSolidList"/>
    <dgm:cxn modelId="{626640D6-A9DD-47FB-AD54-4A91932E2268}" type="presParOf" srcId="{D7B87279-9332-4878-BA74-211AC24758DA}" destId="{DED50BD5-9CEA-43CD-835A-66D0BE1C5F13}" srcOrd="4" destOrd="0" presId="urn:microsoft.com/office/officeart/2018/2/layout/IconVerticalSolidList"/>
    <dgm:cxn modelId="{6E5CE9F5-36E9-43B6-ACFD-D92025104AA6}" type="presParOf" srcId="{FAAD7CDC-B73B-4447-8B4B-8CD80567DC69}" destId="{E759A9F9-556B-4BB1-8AFE-D6A605404948}" srcOrd="3" destOrd="0" presId="urn:microsoft.com/office/officeart/2018/2/layout/IconVerticalSolidList"/>
    <dgm:cxn modelId="{894F72D3-A608-40C4-9438-04B79EC196BC}" type="presParOf" srcId="{FAAD7CDC-B73B-4447-8B4B-8CD80567DC69}" destId="{029FAF3C-12D6-4F75-9E9C-5CBB35FC8524}" srcOrd="4" destOrd="0" presId="urn:microsoft.com/office/officeart/2018/2/layout/IconVerticalSolidList"/>
    <dgm:cxn modelId="{3CE8CB23-62F7-4E27-8BBD-DA2B86526E58}" type="presParOf" srcId="{029FAF3C-12D6-4F75-9E9C-5CBB35FC8524}" destId="{C3AE50C9-3860-4A06-82EE-B206A821BF87}" srcOrd="0" destOrd="0" presId="urn:microsoft.com/office/officeart/2018/2/layout/IconVerticalSolidList"/>
    <dgm:cxn modelId="{3062019D-DBEE-451C-9F82-2092371ABE26}" type="presParOf" srcId="{029FAF3C-12D6-4F75-9E9C-5CBB35FC8524}" destId="{65B349A5-B945-4364-B658-FB3B8F947735}" srcOrd="1" destOrd="0" presId="urn:microsoft.com/office/officeart/2018/2/layout/IconVerticalSolidList"/>
    <dgm:cxn modelId="{17A65A01-795A-4A5B-8A26-E9E75510BFA8}" type="presParOf" srcId="{029FAF3C-12D6-4F75-9E9C-5CBB35FC8524}" destId="{62BD20D0-A71A-417A-8D11-E826371F92C6}" srcOrd="2" destOrd="0" presId="urn:microsoft.com/office/officeart/2018/2/layout/IconVerticalSolidList"/>
    <dgm:cxn modelId="{F131064E-BA76-44EC-BFC2-8FCDD41C02C6}" type="presParOf" srcId="{029FAF3C-12D6-4F75-9E9C-5CBB35FC8524}" destId="{D4C93219-D9CE-4AA0-ACF5-369C9098AC24}" srcOrd="3" destOrd="0" presId="urn:microsoft.com/office/officeart/2018/2/layout/IconVerticalSolidList"/>
    <dgm:cxn modelId="{B9E87AD1-F96D-4AC0-97E2-5C135BF3FDF4}" type="presParOf" srcId="{029FAF3C-12D6-4F75-9E9C-5CBB35FC8524}" destId="{79DCD2FC-E47A-4304-904F-092C2A8EAFF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18884B-4079-4649-88F4-2251CA9CD4F8}"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07C53167-DB45-42B3-A012-BE6C54D74157}">
      <dgm:prSet/>
      <dgm:spPr/>
      <dgm:t>
        <a:bodyPr/>
        <a:lstStyle/>
        <a:p>
          <a:r>
            <a:rPr lang="en-US"/>
            <a:t>NotPrincipal</a:t>
          </a:r>
        </a:p>
      </dgm:t>
    </dgm:pt>
    <dgm:pt modelId="{73BD1B5A-A6F3-4BE6-9E37-FD2846313CA2}" type="parTrans" cxnId="{CD060DD4-AEE1-45E7-B77C-5506C757B474}">
      <dgm:prSet/>
      <dgm:spPr/>
      <dgm:t>
        <a:bodyPr/>
        <a:lstStyle/>
        <a:p>
          <a:endParaRPr lang="en-US"/>
        </a:p>
      </dgm:t>
    </dgm:pt>
    <dgm:pt modelId="{C092FF29-561A-4C40-A17B-211EA64B9C20}" type="sibTrans" cxnId="{CD060DD4-AEE1-45E7-B77C-5506C757B474}">
      <dgm:prSet/>
      <dgm:spPr/>
      <dgm:t>
        <a:bodyPr/>
        <a:lstStyle/>
        <a:p>
          <a:endParaRPr lang="en-US"/>
        </a:p>
      </dgm:t>
    </dgm:pt>
    <dgm:pt modelId="{58F6D5A4-FF20-495F-A443-EB9CA149B88D}">
      <dgm:prSet/>
      <dgm:spPr/>
      <dgm:t>
        <a:bodyPr/>
        <a:lstStyle/>
        <a:p>
          <a:r>
            <a:rPr lang="en-US"/>
            <a:t>NotPrincipal element specifies the IAM user, federated user, IAM role, AWS account, AWS service, or other principal that is not allowed or denied access to a resource</a:t>
          </a:r>
        </a:p>
      </dgm:t>
    </dgm:pt>
    <dgm:pt modelId="{7518C7C4-25FD-4B4D-A85D-061E682DCDBA}" type="parTrans" cxnId="{8CDA5530-3F58-4C57-ADCC-90FF9E4CCB23}">
      <dgm:prSet/>
      <dgm:spPr/>
      <dgm:t>
        <a:bodyPr/>
        <a:lstStyle/>
        <a:p>
          <a:endParaRPr lang="en-US"/>
        </a:p>
      </dgm:t>
    </dgm:pt>
    <dgm:pt modelId="{BA80D4FF-2ECE-4DC4-882B-489CCF0F3DD5}" type="sibTrans" cxnId="{8CDA5530-3F58-4C57-ADCC-90FF9E4CCB23}">
      <dgm:prSet/>
      <dgm:spPr/>
      <dgm:t>
        <a:bodyPr/>
        <a:lstStyle/>
        <a:p>
          <a:endParaRPr lang="en-US"/>
        </a:p>
      </dgm:t>
    </dgm:pt>
    <dgm:pt modelId="{2A584AFC-DA92-4CD7-BE4E-FBBE30A5977B}">
      <dgm:prSet/>
      <dgm:spPr/>
      <dgm:t>
        <a:bodyPr/>
        <a:lstStyle/>
        <a:p>
          <a:r>
            <a:rPr lang="en-US"/>
            <a:t>Action</a:t>
          </a:r>
        </a:p>
      </dgm:t>
    </dgm:pt>
    <dgm:pt modelId="{5F8C0870-6925-4453-B834-EEF01A3D2F32}" type="parTrans" cxnId="{66BB4F54-2DCC-4F6E-AAC4-45BF43DB3E9F}">
      <dgm:prSet/>
      <dgm:spPr/>
      <dgm:t>
        <a:bodyPr/>
        <a:lstStyle/>
        <a:p>
          <a:endParaRPr lang="en-US"/>
        </a:p>
      </dgm:t>
    </dgm:pt>
    <dgm:pt modelId="{9AFFE391-079D-4729-B8AF-FEE27A3EDB6B}" type="sibTrans" cxnId="{66BB4F54-2DCC-4F6E-AAC4-45BF43DB3E9F}">
      <dgm:prSet/>
      <dgm:spPr/>
      <dgm:t>
        <a:bodyPr/>
        <a:lstStyle/>
        <a:p>
          <a:endParaRPr lang="en-US"/>
        </a:p>
      </dgm:t>
    </dgm:pt>
    <dgm:pt modelId="{B0902961-5D88-4F14-A03D-93FB6348E901}">
      <dgm:prSet/>
      <dgm:spPr/>
      <dgm:t>
        <a:bodyPr/>
        <a:lstStyle/>
        <a:p>
          <a:r>
            <a:rPr lang="en-US"/>
            <a:t>The Action element describes the specific action or actions that will be allowed or denied</a:t>
          </a:r>
        </a:p>
      </dgm:t>
    </dgm:pt>
    <dgm:pt modelId="{975ACFFE-AF7F-42B4-B85A-5B92A31EA862}" type="parTrans" cxnId="{0E9C8B45-E186-4FAD-B213-90F08AFAAEA0}">
      <dgm:prSet/>
      <dgm:spPr/>
      <dgm:t>
        <a:bodyPr/>
        <a:lstStyle/>
        <a:p>
          <a:endParaRPr lang="en-US"/>
        </a:p>
      </dgm:t>
    </dgm:pt>
    <dgm:pt modelId="{B16A1FA5-5DBC-4962-8A14-5C549FDC9A99}" type="sibTrans" cxnId="{0E9C8B45-E186-4FAD-B213-90F08AFAAEA0}">
      <dgm:prSet/>
      <dgm:spPr/>
      <dgm:t>
        <a:bodyPr/>
        <a:lstStyle/>
        <a:p>
          <a:endParaRPr lang="en-US"/>
        </a:p>
      </dgm:t>
    </dgm:pt>
    <dgm:pt modelId="{2C90120D-169C-412E-A7E1-CC52671137D8}">
      <dgm:prSet/>
      <dgm:spPr/>
      <dgm:t>
        <a:bodyPr/>
        <a:lstStyle/>
        <a:p>
          <a:r>
            <a:rPr lang="en-US"/>
            <a:t>NotAction</a:t>
          </a:r>
        </a:p>
      </dgm:t>
    </dgm:pt>
    <dgm:pt modelId="{43A962D3-E8D3-47DC-B1F6-FFADA6CC8A4E}" type="parTrans" cxnId="{C3022710-F4F2-42ED-B661-821604CE6079}">
      <dgm:prSet/>
      <dgm:spPr/>
      <dgm:t>
        <a:bodyPr/>
        <a:lstStyle/>
        <a:p>
          <a:endParaRPr lang="en-US"/>
        </a:p>
      </dgm:t>
    </dgm:pt>
    <dgm:pt modelId="{9BF02498-59B8-402F-8E3C-4717DBD4FBB5}" type="sibTrans" cxnId="{C3022710-F4F2-42ED-B661-821604CE6079}">
      <dgm:prSet/>
      <dgm:spPr/>
      <dgm:t>
        <a:bodyPr/>
        <a:lstStyle/>
        <a:p>
          <a:endParaRPr lang="en-US"/>
        </a:p>
      </dgm:t>
    </dgm:pt>
    <dgm:pt modelId="{FC0E4824-4971-42B3-81D4-19105D51261E}">
      <dgm:prSet/>
      <dgm:spPr/>
      <dgm:t>
        <a:bodyPr/>
        <a:lstStyle/>
        <a:p>
          <a:r>
            <a:rPr lang="en-US"/>
            <a:t>NotAction is an advanced policy element that explicitly matches everything except the specified list of actions</a:t>
          </a:r>
        </a:p>
      </dgm:t>
    </dgm:pt>
    <dgm:pt modelId="{8E2576AC-A68F-4F85-8AD6-57260E6A90C2}" type="parTrans" cxnId="{D7934C14-027F-48CE-B0F1-07E8B58B7993}">
      <dgm:prSet/>
      <dgm:spPr/>
      <dgm:t>
        <a:bodyPr/>
        <a:lstStyle/>
        <a:p>
          <a:endParaRPr lang="en-US"/>
        </a:p>
      </dgm:t>
    </dgm:pt>
    <dgm:pt modelId="{8096C7E1-87D5-4019-AC26-D67E92D0917F}" type="sibTrans" cxnId="{D7934C14-027F-48CE-B0F1-07E8B58B7993}">
      <dgm:prSet/>
      <dgm:spPr/>
      <dgm:t>
        <a:bodyPr/>
        <a:lstStyle/>
        <a:p>
          <a:endParaRPr lang="en-US"/>
        </a:p>
      </dgm:t>
    </dgm:pt>
    <dgm:pt modelId="{F14C005E-7728-40C5-A463-ED4B8576EEEB}" type="pres">
      <dgm:prSet presAssocID="{F918884B-4079-4649-88F4-2251CA9CD4F8}" presName="root" presStyleCnt="0">
        <dgm:presLayoutVars>
          <dgm:dir/>
          <dgm:resizeHandles val="exact"/>
        </dgm:presLayoutVars>
      </dgm:prSet>
      <dgm:spPr/>
    </dgm:pt>
    <dgm:pt modelId="{003736B0-F364-469D-A9CA-CF942A80DABC}" type="pres">
      <dgm:prSet presAssocID="{07C53167-DB45-42B3-A012-BE6C54D74157}" presName="compNode" presStyleCnt="0"/>
      <dgm:spPr/>
    </dgm:pt>
    <dgm:pt modelId="{8B45FD19-8C6A-43E2-AE0E-127411A42DCF}" type="pres">
      <dgm:prSet presAssocID="{07C53167-DB45-42B3-A012-BE6C54D74157}" presName="bgRect" presStyleLbl="bgShp" presStyleIdx="0" presStyleCnt="3"/>
      <dgm:spPr/>
    </dgm:pt>
    <dgm:pt modelId="{3C144067-84C1-4BA3-B3B3-BB0218DE3764}" type="pres">
      <dgm:prSet presAssocID="{07C53167-DB45-42B3-A012-BE6C54D7415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0A887A2D-8EE5-4BCA-9A98-FE8DC0E45BA4}" type="pres">
      <dgm:prSet presAssocID="{07C53167-DB45-42B3-A012-BE6C54D74157}" presName="spaceRect" presStyleCnt="0"/>
      <dgm:spPr/>
    </dgm:pt>
    <dgm:pt modelId="{6E86AEFA-02A2-4D8F-B9D3-3427B73DA38C}" type="pres">
      <dgm:prSet presAssocID="{07C53167-DB45-42B3-A012-BE6C54D74157}" presName="parTx" presStyleLbl="revTx" presStyleIdx="0" presStyleCnt="6">
        <dgm:presLayoutVars>
          <dgm:chMax val="0"/>
          <dgm:chPref val="0"/>
        </dgm:presLayoutVars>
      </dgm:prSet>
      <dgm:spPr/>
    </dgm:pt>
    <dgm:pt modelId="{48927EC3-CDA4-4911-B924-107F1DDA06B4}" type="pres">
      <dgm:prSet presAssocID="{07C53167-DB45-42B3-A012-BE6C54D74157}" presName="desTx" presStyleLbl="revTx" presStyleIdx="1" presStyleCnt="6">
        <dgm:presLayoutVars/>
      </dgm:prSet>
      <dgm:spPr/>
    </dgm:pt>
    <dgm:pt modelId="{E1893291-788B-48FE-AF32-147EA5040DFD}" type="pres">
      <dgm:prSet presAssocID="{C092FF29-561A-4C40-A17B-211EA64B9C20}" presName="sibTrans" presStyleCnt="0"/>
      <dgm:spPr/>
    </dgm:pt>
    <dgm:pt modelId="{A51E6132-CEC0-4E21-9248-B27E43EE99B5}" type="pres">
      <dgm:prSet presAssocID="{2A584AFC-DA92-4CD7-BE4E-FBBE30A5977B}" presName="compNode" presStyleCnt="0"/>
      <dgm:spPr/>
    </dgm:pt>
    <dgm:pt modelId="{3E0BD18D-CE29-4085-B52C-5818DE1AFCE4}" type="pres">
      <dgm:prSet presAssocID="{2A584AFC-DA92-4CD7-BE4E-FBBE30A5977B}" presName="bgRect" presStyleLbl="bgShp" presStyleIdx="1" presStyleCnt="3"/>
      <dgm:spPr/>
    </dgm:pt>
    <dgm:pt modelId="{F5BCD3E7-35D4-47BD-AD73-004C826AF3BD}" type="pres">
      <dgm:prSet presAssocID="{2A584AFC-DA92-4CD7-BE4E-FBBE30A5977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653440C1-AE6F-47DD-ABB6-5D006FA87478}" type="pres">
      <dgm:prSet presAssocID="{2A584AFC-DA92-4CD7-BE4E-FBBE30A5977B}" presName="spaceRect" presStyleCnt="0"/>
      <dgm:spPr/>
    </dgm:pt>
    <dgm:pt modelId="{337D3F78-2A8C-4CEF-8F3D-1D3C903BF9D8}" type="pres">
      <dgm:prSet presAssocID="{2A584AFC-DA92-4CD7-BE4E-FBBE30A5977B}" presName="parTx" presStyleLbl="revTx" presStyleIdx="2" presStyleCnt="6">
        <dgm:presLayoutVars>
          <dgm:chMax val="0"/>
          <dgm:chPref val="0"/>
        </dgm:presLayoutVars>
      </dgm:prSet>
      <dgm:spPr/>
    </dgm:pt>
    <dgm:pt modelId="{8A787405-87A3-40F5-9BEF-ECE96FB25602}" type="pres">
      <dgm:prSet presAssocID="{2A584AFC-DA92-4CD7-BE4E-FBBE30A5977B}" presName="desTx" presStyleLbl="revTx" presStyleIdx="3" presStyleCnt="6">
        <dgm:presLayoutVars/>
      </dgm:prSet>
      <dgm:spPr/>
    </dgm:pt>
    <dgm:pt modelId="{F62C9ECC-3683-4EB6-A285-443C511A3D5A}" type="pres">
      <dgm:prSet presAssocID="{9AFFE391-079D-4729-B8AF-FEE27A3EDB6B}" presName="sibTrans" presStyleCnt="0"/>
      <dgm:spPr/>
    </dgm:pt>
    <dgm:pt modelId="{3F8BC2F7-DF1F-45F3-B40F-1172BD7D8A00}" type="pres">
      <dgm:prSet presAssocID="{2C90120D-169C-412E-A7E1-CC52671137D8}" presName="compNode" presStyleCnt="0"/>
      <dgm:spPr/>
    </dgm:pt>
    <dgm:pt modelId="{38CA51AA-E082-407E-91E9-0E8CA4DD8DBE}" type="pres">
      <dgm:prSet presAssocID="{2C90120D-169C-412E-A7E1-CC52671137D8}" presName="bgRect" presStyleLbl="bgShp" presStyleIdx="2" presStyleCnt="3"/>
      <dgm:spPr/>
    </dgm:pt>
    <dgm:pt modelId="{44F0EFB0-3E7A-4DDC-9B6A-45001557EEFE}" type="pres">
      <dgm:prSet presAssocID="{2C90120D-169C-412E-A7E1-CC52671137D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9ED31BA-559E-4F0B-8B92-020342627DA0}" type="pres">
      <dgm:prSet presAssocID="{2C90120D-169C-412E-A7E1-CC52671137D8}" presName="spaceRect" presStyleCnt="0"/>
      <dgm:spPr/>
    </dgm:pt>
    <dgm:pt modelId="{F701CA9A-99F6-48CA-80EE-5C930ED5548A}" type="pres">
      <dgm:prSet presAssocID="{2C90120D-169C-412E-A7E1-CC52671137D8}" presName="parTx" presStyleLbl="revTx" presStyleIdx="4" presStyleCnt="6">
        <dgm:presLayoutVars>
          <dgm:chMax val="0"/>
          <dgm:chPref val="0"/>
        </dgm:presLayoutVars>
      </dgm:prSet>
      <dgm:spPr/>
    </dgm:pt>
    <dgm:pt modelId="{F20A1834-475E-40FA-9A69-6852BA353E2C}" type="pres">
      <dgm:prSet presAssocID="{2C90120D-169C-412E-A7E1-CC52671137D8}" presName="desTx" presStyleLbl="revTx" presStyleIdx="5" presStyleCnt="6">
        <dgm:presLayoutVars/>
      </dgm:prSet>
      <dgm:spPr/>
    </dgm:pt>
  </dgm:ptLst>
  <dgm:cxnLst>
    <dgm:cxn modelId="{0A2D3502-8FE5-4106-A01C-C8EFB7610FCD}" type="presOf" srcId="{B0902961-5D88-4F14-A03D-93FB6348E901}" destId="{8A787405-87A3-40F5-9BEF-ECE96FB25602}" srcOrd="0" destOrd="0" presId="urn:microsoft.com/office/officeart/2018/2/layout/IconVerticalSolidList"/>
    <dgm:cxn modelId="{C3022710-F4F2-42ED-B661-821604CE6079}" srcId="{F918884B-4079-4649-88F4-2251CA9CD4F8}" destId="{2C90120D-169C-412E-A7E1-CC52671137D8}" srcOrd="2" destOrd="0" parTransId="{43A962D3-E8D3-47DC-B1F6-FFADA6CC8A4E}" sibTransId="{9BF02498-59B8-402F-8E3C-4717DBD4FBB5}"/>
    <dgm:cxn modelId="{D7934C14-027F-48CE-B0F1-07E8B58B7993}" srcId="{2C90120D-169C-412E-A7E1-CC52671137D8}" destId="{FC0E4824-4971-42B3-81D4-19105D51261E}" srcOrd="0" destOrd="0" parTransId="{8E2576AC-A68F-4F85-8AD6-57260E6A90C2}" sibTransId="{8096C7E1-87D5-4019-AC26-D67E92D0917F}"/>
    <dgm:cxn modelId="{D498CA29-FBC4-45D1-9605-5C4BBB0074C0}" type="presOf" srcId="{58F6D5A4-FF20-495F-A443-EB9CA149B88D}" destId="{48927EC3-CDA4-4911-B924-107F1DDA06B4}" srcOrd="0" destOrd="0" presId="urn:microsoft.com/office/officeart/2018/2/layout/IconVerticalSolidList"/>
    <dgm:cxn modelId="{8CDA5530-3F58-4C57-ADCC-90FF9E4CCB23}" srcId="{07C53167-DB45-42B3-A012-BE6C54D74157}" destId="{58F6D5A4-FF20-495F-A443-EB9CA149B88D}" srcOrd="0" destOrd="0" parTransId="{7518C7C4-25FD-4B4D-A85D-061E682DCDBA}" sibTransId="{BA80D4FF-2ECE-4DC4-882B-489CCF0F3DD5}"/>
    <dgm:cxn modelId="{0E9C8B45-E186-4FAD-B213-90F08AFAAEA0}" srcId="{2A584AFC-DA92-4CD7-BE4E-FBBE30A5977B}" destId="{B0902961-5D88-4F14-A03D-93FB6348E901}" srcOrd="0" destOrd="0" parTransId="{975ACFFE-AF7F-42B4-B85A-5B92A31EA862}" sibTransId="{B16A1FA5-5DBC-4962-8A14-5C549FDC9A99}"/>
    <dgm:cxn modelId="{01137748-6C3A-4076-A241-D8F09312A8B1}" type="presOf" srcId="{FC0E4824-4971-42B3-81D4-19105D51261E}" destId="{F20A1834-475E-40FA-9A69-6852BA353E2C}" srcOrd="0" destOrd="0" presId="urn:microsoft.com/office/officeart/2018/2/layout/IconVerticalSolidList"/>
    <dgm:cxn modelId="{C603E06A-1125-463A-888C-8129892BDBC3}" type="presOf" srcId="{F918884B-4079-4649-88F4-2251CA9CD4F8}" destId="{F14C005E-7728-40C5-A463-ED4B8576EEEB}" srcOrd="0" destOrd="0" presId="urn:microsoft.com/office/officeart/2018/2/layout/IconVerticalSolidList"/>
    <dgm:cxn modelId="{66BB4F54-2DCC-4F6E-AAC4-45BF43DB3E9F}" srcId="{F918884B-4079-4649-88F4-2251CA9CD4F8}" destId="{2A584AFC-DA92-4CD7-BE4E-FBBE30A5977B}" srcOrd="1" destOrd="0" parTransId="{5F8C0870-6925-4453-B834-EEF01A3D2F32}" sibTransId="{9AFFE391-079D-4729-B8AF-FEE27A3EDB6B}"/>
    <dgm:cxn modelId="{511C1057-D1F1-4FE6-9EC5-57173AE9EAF1}" type="presOf" srcId="{2A584AFC-DA92-4CD7-BE4E-FBBE30A5977B}" destId="{337D3F78-2A8C-4CEF-8F3D-1D3C903BF9D8}" srcOrd="0" destOrd="0" presId="urn:microsoft.com/office/officeart/2018/2/layout/IconVerticalSolidList"/>
    <dgm:cxn modelId="{4081F484-E28D-4D9E-947B-D0FF044964C7}" type="presOf" srcId="{07C53167-DB45-42B3-A012-BE6C54D74157}" destId="{6E86AEFA-02A2-4D8F-B9D3-3427B73DA38C}" srcOrd="0" destOrd="0" presId="urn:microsoft.com/office/officeart/2018/2/layout/IconVerticalSolidList"/>
    <dgm:cxn modelId="{4E4872C9-FA80-4EF3-9114-C8A4914D4350}" type="presOf" srcId="{2C90120D-169C-412E-A7E1-CC52671137D8}" destId="{F701CA9A-99F6-48CA-80EE-5C930ED5548A}" srcOrd="0" destOrd="0" presId="urn:microsoft.com/office/officeart/2018/2/layout/IconVerticalSolidList"/>
    <dgm:cxn modelId="{CD060DD4-AEE1-45E7-B77C-5506C757B474}" srcId="{F918884B-4079-4649-88F4-2251CA9CD4F8}" destId="{07C53167-DB45-42B3-A012-BE6C54D74157}" srcOrd="0" destOrd="0" parTransId="{73BD1B5A-A6F3-4BE6-9E37-FD2846313CA2}" sibTransId="{C092FF29-561A-4C40-A17B-211EA64B9C20}"/>
    <dgm:cxn modelId="{EF83D189-C61E-46C6-BD5D-47BACB689ED9}" type="presParOf" srcId="{F14C005E-7728-40C5-A463-ED4B8576EEEB}" destId="{003736B0-F364-469D-A9CA-CF942A80DABC}" srcOrd="0" destOrd="0" presId="urn:microsoft.com/office/officeart/2018/2/layout/IconVerticalSolidList"/>
    <dgm:cxn modelId="{4D40DECD-0ABE-4CA9-83BE-54932718BD2F}" type="presParOf" srcId="{003736B0-F364-469D-A9CA-CF942A80DABC}" destId="{8B45FD19-8C6A-43E2-AE0E-127411A42DCF}" srcOrd="0" destOrd="0" presId="urn:microsoft.com/office/officeart/2018/2/layout/IconVerticalSolidList"/>
    <dgm:cxn modelId="{B856E53B-64C7-41C7-A107-11C44357A0F1}" type="presParOf" srcId="{003736B0-F364-469D-A9CA-CF942A80DABC}" destId="{3C144067-84C1-4BA3-B3B3-BB0218DE3764}" srcOrd="1" destOrd="0" presId="urn:microsoft.com/office/officeart/2018/2/layout/IconVerticalSolidList"/>
    <dgm:cxn modelId="{03486A8D-8CF2-4C13-A268-6F41F7AE5AC4}" type="presParOf" srcId="{003736B0-F364-469D-A9CA-CF942A80DABC}" destId="{0A887A2D-8EE5-4BCA-9A98-FE8DC0E45BA4}" srcOrd="2" destOrd="0" presId="urn:microsoft.com/office/officeart/2018/2/layout/IconVerticalSolidList"/>
    <dgm:cxn modelId="{B858EAC8-D0AC-4548-BD37-01416C381219}" type="presParOf" srcId="{003736B0-F364-469D-A9CA-CF942A80DABC}" destId="{6E86AEFA-02A2-4D8F-B9D3-3427B73DA38C}" srcOrd="3" destOrd="0" presId="urn:microsoft.com/office/officeart/2018/2/layout/IconVerticalSolidList"/>
    <dgm:cxn modelId="{8B928A79-1940-4123-A8F1-15D0FA886B02}" type="presParOf" srcId="{003736B0-F364-469D-A9CA-CF942A80DABC}" destId="{48927EC3-CDA4-4911-B924-107F1DDA06B4}" srcOrd="4" destOrd="0" presId="urn:microsoft.com/office/officeart/2018/2/layout/IconVerticalSolidList"/>
    <dgm:cxn modelId="{35BB54D0-31B0-4683-ADDC-DC0DBAB4ABC3}" type="presParOf" srcId="{F14C005E-7728-40C5-A463-ED4B8576EEEB}" destId="{E1893291-788B-48FE-AF32-147EA5040DFD}" srcOrd="1" destOrd="0" presId="urn:microsoft.com/office/officeart/2018/2/layout/IconVerticalSolidList"/>
    <dgm:cxn modelId="{CE931770-69BC-42B4-83A8-101A9D2BD068}" type="presParOf" srcId="{F14C005E-7728-40C5-A463-ED4B8576EEEB}" destId="{A51E6132-CEC0-4E21-9248-B27E43EE99B5}" srcOrd="2" destOrd="0" presId="urn:microsoft.com/office/officeart/2018/2/layout/IconVerticalSolidList"/>
    <dgm:cxn modelId="{7742EFBF-730F-4C17-9282-0B0FFD3A0B8D}" type="presParOf" srcId="{A51E6132-CEC0-4E21-9248-B27E43EE99B5}" destId="{3E0BD18D-CE29-4085-B52C-5818DE1AFCE4}" srcOrd="0" destOrd="0" presId="urn:microsoft.com/office/officeart/2018/2/layout/IconVerticalSolidList"/>
    <dgm:cxn modelId="{498B285D-3583-4C97-B9F8-29880EFB5E3D}" type="presParOf" srcId="{A51E6132-CEC0-4E21-9248-B27E43EE99B5}" destId="{F5BCD3E7-35D4-47BD-AD73-004C826AF3BD}" srcOrd="1" destOrd="0" presId="urn:microsoft.com/office/officeart/2018/2/layout/IconVerticalSolidList"/>
    <dgm:cxn modelId="{57E9B610-87DE-41C1-85CA-2D8C0375503A}" type="presParOf" srcId="{A51E6132-CEC0-4E21-9248-B27E43EE99B5}" destId="{653440C1-AE6F-47DD-ABB6-5D006FA87478}" srcOrd="2" destOrd="0" presId="urn:microsoft.com/office/officeart/2018/2/layout/IconVerticalSolidList"/>
    <dgm:cxn modelId="{1E4CF83F-CE64-4AA7-BD74-FE2C76070F3C}" type="presParOf" srcId="{A51E6132-CEC0-4E21-9248-B27E43EE99B5}" destId="{337D3F78-2A8C-4CEF-8F3D-1D3C903BF9D8}" srcOrd="3" destOrd="0" presId="urn:microsoft.com/office/officeart/2018/2/layout/IconVerticalSolidList"/>
    <dgm:cxn modelId="{833F1ACD-A3EC-4E5F-8D75-CB21D96F13AE}" type="presParOf" srcId="{A51E6132-CEC0-4E21-9248-B27E43EE99B5}" destId="{8A787405-87A3-40F5-9BEF-ECE96FB25602}" srcOrd="4" destOrd="0" presId="urn:microsoft.com/office/officeart/2018/2/layout/IconVerticalSolidList"/>
    <dgm:cxn modelId="{7478DA2B-BEAE-47C3-ABAA-059BE9DF0CE2}" type="presParOf" srcId="{F14C005E-7728-40C5-A463-ED4B8576EEEB}" destId="{F62C9ECC-3683-4EB6-A285-443C511A3D5A}" srcOrd="3" destOrd="0" presId="urn:microsoft.com/office/officeart/2018/2/layout/IconVerticalSolidList"/>
    <dgm:cxn modelId="{E21DE28C-EF43-4217-AE43-DFEC7C1933C4}" type="presParOf" srcId="{F14C005E-7728-40C5-A463-ED4B8576EEEB}" destId="{3F8BC2F7-DF1F-45F3-B40F-1172BD7D8A00}" srcOrd="4" destOrd="0" presId="urn:microsoft.com/office/officeart/2018/2/layout/IconVerticalSolidList"/>
    <dgm:cxn modelId="{230874B0-9F6E-4B89-918E-314BD970AFB2}" type="presParOf" srcId="{3F8BC2F7-DF1F-45F3-B40F-1172BD7D8A00}" destId="{38CA51AA-E082-407E-91E9-0E8CA4DD8DBE}" srcOrd="0" destOrd="0" presId="urn:microsoft.com/office/officeart/2018/2/layout/IconVerticalSolidList"/>
    <dgm:cxn modelId="{5F857025-479F-44C0-8A1B-E3357F7D50EC}" type="presParOf" srcId="{3F8BC2F7-DF1F-45F3-B40F-1172BD7D8A00}" destId="{44F0EFB0-3E7A-4DDC-9B6A-45001557EEFE}" srcOrd="1" destOrd="0" presId="urn:microsoft.com/office/officeart/2018/2/layout/IconVerticalSolidList"/>
    <dgm:cxn modelId="{AA752ECF-18F7-4445-A695-66DE9C87CDAC}" type="presParOf" srcId="{3F8BC2F7-DF1F-45F3-B40F-1172BD7D8A00}" destId="{69ED31BA-559E-4F0B-8B92-020342627DA0}" srcOrd="2" destOrd="0" presId="urn:microsoft.com/office/officeart/2018/2/layout/IconVerticalSolidList"/>
    <dgm:cxn modelId="{A781DEBD-0444-4DCE-9F81-8FEA8E6462BB}" type="presParOf" srcId="{3F8BC2F7-DF1F-45F3-B40F-1172BD7D8A00}" destId="{F701CA9A-99F6-48CA-80EE-5C930ED5548A}" srcOrd="3" destOrd="0" presId="urn:microsoft.com/office/officeart/2018/2/layout/IconVerticalSolidList"/>
    <dgm:cxn modelId="{8C6BED06-E9D8-4D36-9FEE-684EEE667C05}" type="presParOf" srcId="{3F8BC2F7-DF1F-45F3-B40F-1172BD7D8A00}" destId="{F20A1834-475E-40FA-9A69-6852BA353E2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1C8AF2-35E8-4BF4-9047-B7BA1D9BEF71}" type="doc">
      <dgm:prSet loTypeId="urn:microsoft.com/office/officeart/2005/8/layout/vList5" loCatId="list" qsTypeId="urn:microsoft.com/office/officeart/2005/8/quickstyle/simple2" qsCatId="simple" csTypeId="urn:microsoft.com/office/officeart/2005/8/colors/accent2_2" csCatId="accent2"/>
      <dgm:spPr/>
      <dgm:t>
        <a:bodyPr/>
        <a:lstStyle/>
        <a:p>
          <a:endParaRPr lang="en-US"/>
        </a:p>
      </dgm:t>
    </dgm:pt>
    <dgm:pt modelId="{A139B7A3-16B2-497E-ADC9-02B03BDF59AC}">
      <dgm:prSet/>
      <dgm:spPr/>
      <dgm:t>
        <a:bodyPr/>
        <a:lstStyle/>
        <a:p>
          <a:r>
            <a:rPr lang="en-US"/>
            <a:t>Resource</a:t>
          </a:r>
        </a:p>
      </dgm:t>
    </dgm:pt>
    <dgm:pt modelId="{74ED1660-0AF7-4E91-8FC8-3F9BDB8FE5F2}" type="parTrans" cxnId="{55D714D3-A89D-45E9-973A-C10C40A636B3}">
      <dgm:prSet/>
      <dgm:spPr/>
      <dgm:t>
        <a:bodyPr/>
        <a:lstStyle/>
        <a:p>
          <a:endParaRPr lang="en-US"/>
        </a:p>
      </dgm:t>
    </dgm:pt>
    <dgm:pt modelId="{57698694-8D42-407E-BBAD-E2B18690D489}" type="sibTrans" cxnId="{55D714D3-A89D-45E9-973A-C10C40A636B3}">
      <dgm:prSet/>
      <dgm:spPr/>
      <dgm:t>
        <a:bodyPr/>
        <a:lstStyle/>
        <a:p>
          <a:endParaRPr lang="en-US"/>
        </a:p>
      </dgm:t>
    </dgm:pt>
    <dgm:pt modelId="{D8A81F05-0B39-4534-8AFB-19D7458E625D}">
      <dgm:prSet/>
      <dgm:spPr/>
      <dgm:t>
        <a:bodyPr/>
        <a:lstStyle/>
        <a:p>
          <a:r>
            <a:rPr lang="en-US"/>
            <a:t>The Resource element specifies the object or objects that the statement covers</a:t>
          </a:r>
        </a:p>
      </dgm:t>
    </dgm:pt>
    <dgm:pt modelId="{36781CF7-12EA-4E75-8B49-C5D303A33E3C}" type="parTrans" cxnId="{6A865A32-D10F-4368-B860-ADF15EA76742}">
      <dgm:prSet/>
      <dgm:spPr/>
      <dgm:t>
        <a:bodyPr/>
        <a:lstStyle/>
        <a:p>
          <a:endParaRPr lang="en-US"/>
        </a:p>
      </dgm:t>
    </dgm:pt>
    <dgm:pt modelId="{08198FCD-7363-4705-85D4-6898A13F3204}" type="sibTrans" cxnId="{6A865A32-D10F-4368-B860-ADF15EA76742}">
      <dgm:prSet/>
      <dgm:spPr/>
      <dgm:t>
        <a:bodyPr/>
        <a:lstStyle/>
        <a:p>
          <a:endParaRPr lang="en-US"/>
        </a:p>
      </dgm:t>
    </dgm:pt>
    <dgm:pt modelId="{9A7980D3-D475-4B9C-8750-5AA6B77BF898}">
      <dgm:prSet/>
      <dgm:spPr/>
      <dgm:t>
        <a:bodyPr/>
        <a:lstStyle/>
        <a:p>
          <a:r>
            <a:rPr lang="en-US"/>
            <a:t>NotResource</a:t>
          </a:r>
        </a:p>
      </dgm:t>
    </dgm:pt>
    <dgm:pt modelId="{9EACDA31-34DE-4852-B2DE-A4A9D37C5443}" type="parTrans" cxnId="{0634FABB-394E-4FA1-9EF4-1B4395587201}">
      <dgm:prSet/>
      <dgm:spPr/>
      <dgm:t>
        <a:bodyPr/>
        <a:lstStyle/>
        <a:p>
          <a:endParaRPr lang="en-US"/>
        </a:p>
      </dgm:t>
    </dgm:pt>
    <dgm:pt modelId="{1693465C-96F0-495D-A444-E30F54A32E3A}" type="sibTrans" cxnId="{0634FABB-394E-4FA1-9EF4-1B4395587201}">
      <dgm:prSet/>
      <dgm:spPr/>
      <dgm:t>
        <a:bodyPr/>
        <a:lstStyle/>
        <a:p>
          <a:endParaRPr lang="en-US"/>
        </a:p>
      </dgm:t>
    </dgm:pt>
    <dgm:pt modelId="{7C9D9CB8-22D0-4588-B539-1A0A46170A82}">
      <dgm:prSet/>
      <dgm:spPr/>
      <dgm:t>
        <a:bodyPr/>
        <a:lstStyle/>
        <a:p>
          <a:r>
            <a:rPr lang="en-US"/>
            <a:t>NotResource is an advanced policy element that explicitly matches every resource except those specified</a:t>
          </a:r>
        </a:p>
      </dgm:t>
    </dgm:pt>
    <dgm:pt modelId="{62D0E2A2-09BC-4461-A81E-ED46AC02AC7E}" type="parTrans" cxnId="{CFCC34A8-2F5C-46EE-9053-50040E6C0F33}">
      <dgm:prSet/>
      <dgm:spPr/>
      <dgm:t>
        <a:bodyPr/>
        <a:lstStyle/>
        <a:p>
          <a:endParaRPr lang="en-US"/>
        </a:p>
      </dgm:t>
    </dgm:pt>
    <dgm:pt modelId="{60B57135-28BF-4881-A28C-E44F659C78FE}" type="sibTrans" cxnId="{CFCC34A8-2F5C-46EE-9053-50040E6C0F33}">
      <dgm:prSet/>
      <dgm:spPr/>
      <dgm:t>
        <a:bodyPr/>
        <a:lstStyle/>
        <a:p>
          <a:endParaRPr lang="en-US"/>
        </a:p>
      </dgm:t>
    </dgm:pt>
    <dgm:pt modelId="{A1B833D9-F81B-4251-879E-CF81AFBF0714}">
      <dgm:prSet/>
      <dgm:spPr/>
      <dgm:t>
        <a:bodyPr/>
        <a:lstStyle/>
        <a:p>
          <a:r>
            <a:rPr lang="en-US"/>
            <a:t>Condition</a:t>
          </a:r>
        </a:p>
      </dgm:t>
    </dgm:pt>
    <dgm:pt modelId="{A7CBC3CF-BD86-4657-9AEB-7D90CB2DF929}" type="parTrans" cxnId="{A96931FC-CBE1-49E2-B54B-F754C24806FA}">
      <dgm:prSet/>
      <dgm:spPr/>
      <dgm:t>
        <a:bodyPr/>
        <a:lstStyle/>
        <a:p>
          <a:endParaRPr lang="en-US"/>
        </a:p>
      </dgm:t>
    </dgm:pt>
    <dgm:pt modelId="{F5E44119-C288-4CA4-872E-66FB120E5BF1}" type="sibTrans" cxnId="{A96931FC-CBE1-49E2-B54B-F754C24806FA}">
      <dgm:prSet/>
      <dgm:spPr/>
      <dgm:t>
        <a:bodyPr/>
        <a:lstStyle/>
        <a:p>
          <a:endParaRPr lang="en-US"/>
        </a:p>
      </dgm:t>
    </dgm:pt>
    <dgm:pt modelId="{2E8F8881-DB75-4C90-A952-AF0A279D7D73}">
      <dgm:prSet/>
      <dgm:spPr/>
      <dgm:t>
        <a:bodyPr/>
        <a:lstStyle/>
        <a:p>
          <a:r>
            <a:rPr lang="en-US"/>
            <a:t>The Condition element (or Condition block) lets you specify conditions for when a policy is in effect</a:t>
          </a:r>
        </a:p>
      </dgm:t>
    </dgm:pt>
    <dgm:pt modelId="{07603905-4A45-48D4-8A5A-7C23663B818E}" type="parTrans" cxnId="{6C721206-8B7D-45CC-8716-AA300384218D}">
      <dgm:prSet/>
      <dgm:spPr/>
      <dgm:t>
        <a:bodyPr/>
        <a:lstStyle/>
        <a:p>
          <a:endParaRPr lang="en-US"/>
        </a:p>
      </dgm:t>
    </dgm:pt>
    <dgm:pt modelId="{DB83A896-BD1B-4623-AD59-6F31D02453E5}" type="sibTrans" cxnId="{6C721206-8B7D-45CC-8716-AA300384218D}">
      <dgm:prSet/>
      <dgm:spPr/>
      <dgm:t>
        <a:bodyPr/>
        <a:lstStyle/>
        <a:p>
          <a:endParaRPr lang="en-US"/>
        </a:p>
      </dgm:t>
    </dgm:pt>
    <dgm:pt modelId="{BB3794B2-2890-4AC4-8BFD-004391FB05C1}">
      <dgm:prSet/>
      <dgm:spPr/>
      <dgm:t>
        <a:bodyPr/>
        <a:lstStyle/>
        <a:p>
          <a:r>
            <a:rPr lang="en-US"/>
            <a:t>Optional</a:t>
          </a:r>
        </a:p>
      </dgm:t>
    </dgm:pt>
    <dgm:pt modelId="{5A254A92-82E3-441A-BD5E-4383B5A551D4}" type="parTrans" cxnId="{B1893164-657B-4187-8C18-6547CBDAD904}">
      <dgm:prSet/>
      <dgm:spPr/>
      <dgm:t>
        <a:bodyPr/>
        <a:lstStyle/>
        <a:p>
          <a:endParaRPr lang="en-US"/>
        </a:p>
      </dgm:t>
    </dgm:pt>
    <dgm:pt modelId="{D9F0491E-6EAF-4974-8EB4-953EC071249C}" type="sibTrans" cxnId="{B1893164-657B-4187-8C18-6547CBDAD904}">
      <dgm:prSet/>
      <dgm:spPr/>
      <dgm:t>
        <a:bodyPr/>
        <a:lstStyle/>
        <a:p>
          <a:endParaRPr lang="en-US"/>
        </a:p>
      </dgm:t>
    </dgm:pt>
    <dgm:pt modelId="{9DC52C48-0689-4D53-AAEF-87619702AEF0}" type="pres">
      <dgm:prSet presAssocID="{2E1C8AF2-35E8-4BF4-9047-B7BA1D9BEF71}" presName="Name0" presStyleCnt="0">
        <dgm:presLayoutVars>
          <dgm:dir/>
          <dgm:animLvl val="lvl"/>
          <dgm:resizeHandles val="exact"/>
        </dgm:presLayoutVars>
      </dgm:prSet>
      <dgm:spPr/>
    </dgm:pt>
    <dgm:pt modelId="{A32F466E-CC68-4354-90C2-7CDF2F9F193C}" type="pres">
      <dgm:prSet presAssocID="{A139B7A3-16B2-497E-ADC9-02B03BDF59AC}" presName="linNode" presStyleCnt="0"/>
      <dgm:spPr/>
    </dgm:pt>
    <dgm:pt modelId="{AD24B3CB-6A2A-470D-A87E-AAC0766789A3}" type="pres">
      <dgm:prSet presAssocID="{A139B7A3-16B2-497E-ADC9-02B03BDF59AC}" presName="parentText" presStyleLbl="node1" presStyleIdx="0" presStyleCnt="3">
        <dgm:presLayoutVars>
          <dgm:chMax val="1"/>
          <dgm:bulletEnabled val="1"/>
        </dgm:presLayoutVars>
      </dgm:prSet>
      <dgm:spPr/>
    </dgm:pt>
    <dgm:pt modelId="{B789F483-DA31-43EC-B045-0A4C2AF1BA99}" type="pres">
      <dgm:prSet presAssocID="{A139B7A3-16B2-497E-ADC9-02B03BDF59AC}" presName="descendantText" presStyleLbl="alignAccFollowNode1" presStyleIdx="0" presStyleCnt="3">
        <dgm:presLayoutVars>
          <dgm:bulletEnabled val="1"/>
        </dgm:presLayoutVars>
      </dgm:prSet>
      <dgm:spPr/>
    </dgm:pt>
    <dgm:pt modelId="{CB559052-A057-4980-83B4-092A0B198B73}" type="pres">
      <dgm:prSet presAssocID="{57698694-8D42-407E-BBAD-E2B18690D489}" presName="sp" presStyleCnt="0"/>
      <dgm:spPr/>
    </dgm:pt>
    <dgm:pt modelId="{18D7FDC5-5702-44F7-A35C-AC941659E4F3}" type="pres">
      <dgm:prSet presAssocID="{9A7980D3-D475-4B9C-8750-5AA6B77BF898}" presName="linNode" presStyleCnt="0"/>
      <dgm:spPr/>
    </dgm:pt>
    <dgm:pt modelId="{DF2F484F-36A1-4A57-BBE4-FFACFD98B86B}" type="pres">
      <dgm:prSet presAssocID="{9A7980D3-D475-4B9C-8750-5AA6B77BF898}" presName="parentText" presStyleLbl="node1" presStyleIdx="1" presStyleCnt="3">
        <dgm:presLayoutVars>
          <dgm:chMax val="1"/>
          <dgm:bulletEnabled val="1"/>
        </dgm:presLayoutVars>
      </dgm:prSet>
      <dgm:spPr/>
    </dgm:pt>
    <dgm:pt modelId="{27AEB575-D815-40BA-98E7-ED5329FFE6E9}" type="pres">
      <dgm:prSet presAssocID="{9A7980D3-D475-4B9C-8750-5AA6B77BF898}" presName="descendantText" presStyleLbl="alignAccFollowNode1" presStyleIdx="1" presStyleCnt="3">
        <dgm:presLayoutVars>
          <dgm:bulletEnabled val="1"/>
        </dgm:presLayoutVars>
      </dgm:prSet>
      <dgm:spPr/>
    </dgm:pt>
    <dgm:pt modelId="{CAF0D4C3-4B08-407E-B2AF-CF29E2AA7BEA}" type="pres">
      <dgm:prSet presAssocID="{1693465C-96F0-495D-A444-E30F54A32E3A}" presName="sp" presStyleCnt="0"/>
      <dgm:spPr/>
    </dgm:pt>
    <dgm:pt modelId="{5E3A5D0C-B3CB-44D6-90A2-2D88D4482878}" type="pres">
      <dgm:prSet presAssocID="{A1B833D9-F81B-4251-879E-CF81AFBF0714}" presName="linNode" presStyleCnt="0"/>
      <dgm:spPr/>
    </dgm:pt>
    <dgm:pt modelId="{6374D3E7-AA63-4104-BCE2-7050B304A2FB}" type="pres">
      <dgm:prSet presAssocID="{A1B833D9-F81B-4251-879E-CF81AFBF0714}" presName="parentText" presStyleLbl="node1" presStyleIdx="2" presStyleCnt="3">
        <dgm:presLayoutVars>
          <dgm:chMax val="1"/>
          <dgm:bulletEnabled val="1"/>
        </dgm:presLayoutVars>
      </dgm:prSet>
      <dgm:spPr/>
    </dgm:pt>
    <dgm:pt modelId="{99A86C16-7AC5-477E-8661-32EEEB853EF7}" type="pres">
      <dgm:prSet presAssocID="{A1B833D9-F81B-4251-879E-CF81AFBF0714}" presName="descendantText" presStyleLbl="alignAccFollowNode1" presStyleIdx="2" presStyleCnt="3">
        <dgm:presLayoutVars>
          <dgm:bulletEnabled val="1"/>
        </dgm:presLayoutVars>
      </dgm:prSet>
      <dgm:spPr/>
    </dgm:pt>
  </dgm:ptLst>
  <dgm:cxnLst>
    <dgm:cxn modelId="{6C721206-8B7D-45CC-8716-AA300384218D}" srcId="{A1B833D9-F81B-4251-879E-CF81AFBF0714}" destId="{2E8F8881-DB75-4C90-A952-AF0A279D7D73}" srcOrd="0" destOrd="0" parTransId="{07603905-4A45-48D4-8A5A-7C23663B818E}" sibTransId="{DB83A896-BD1B-4623-AD59-6F31D02453E5}"/>
    <dgm:cxn modelId="{E95B0C15-2D8B-4D8E-BAE6-C08C90BCE4F5}" type="presOf" srcId="{2E8F8881-DB75-4C90-A952-AF0A279D7D73}" destId="{99A86C16-7AC5-477E-8661-32EEEB853EF7}" srcOrd="0" destOrd="0" presId="urn:microsoft.com/office/officeart/2005/8/layout/vList5"/>
    <dgm:cxn modelId="{FA84931C-DED4-4A21-BDDF-9282FF858665}" type="presOf" srcId="{A1B833D9-F81B-4251-879E-CF81AFBF0714}" destId="{6374D3E7-AA63-4104-BCE2-7050B304A2FB}" srcOrd="0" destOrd="0" presId="urn:microsoft.com/office/officeart/2005/8/layout/vList5"/>
    <dgm:cxn modelId="{6A865A32-D10F-4368-B860-ADF15EA76742}" srcId="{A139B7A3-16B2-497E-ADC9-02B03BDF59AC}" destId="{D8A81F05-0B39-4534-8AFB-19D7458E625D}" srcOrd="0" destOrd="0" parTransId="{36781CF7-12EA-4E75-8B49-C5D303A33E3C}" sibTransId="{08198FCD-7363-4705-85D4-6898A13F3204}"/>
    <dgm:cxn modelId="{B1893164-657B-4187-8C18-6547CBDAD904}" srcId="{A1B833D9-F81B-4251-879E-CF81AFBF0714}" destId="{BB3794B2-2890-4AC4-8BFD-004391FB05C1}" srcOrd="1" destOrd="0" parTransId="{5A254A92-82E3-441A-BD5E-4383B5A551D4}" sibTransId="{D9F0491E-6EAF-4974-8EB4-953EC071249C}"/>
    <dgm:cxn modelId="{914B7566-F4B6-4471-B50B-CA867A9F8AB2}" type="presOf" srcId="{7C9D9CB8-22D0-4588-B539-1A0A46170A82}" destId="{27AEB575-D815-40BA-98E7-ED5329FFE6E9}" srcOrd="0" destOrd="0" presId="urn:microsoft.com/office/officeart/2005/8/layout/vList5"/>
    <dgm:cxn modelId="{B1F5A04E-0EB5-48E4-AC89-D2DB091F948A}" type="presOf" srcId="{2E1C8AF2-35E8-4BF4-9047-B7BA1D9BEF71}" destId="{9DC52C48-0689-4D53-AAEF-87619702AEF0}" srcOrd="0" destOrd="0" presId="urn:microsoft.com/office/officeart/2005/8/layout/vList5"/>
    <dgm:cxn modelId="{BC6E3470-820A-4650-93C4-36ECEBE5D242}" type="presOf" srcId="{9A7980D3-D475-4B9C-8750-5AA6B77BF898}" destId="{DF2F484F-36A1-4A57-BBE4-FFACFD98B86B}" srcOrd="0" destOrd="0" presId="urn:microsoft.com/office/officeart/2005/8/layout/vList5"/>
    <dgm:cxn modelId="{DFE70484-8592-497D-9B3C-CFF5C34E937C}" type="presOf" srcId="{BB3794B2-2890-4AC4-8BFD-004391FB05C1}" destId="{99A86C16-7AC5-477E-8661-32EEEB853EF7}" srcOrd="0" destOrd="1" presId="urn:microsoft.com/office/officeart/2005/8/layout/vList5"/>
    <dgm:cxn modelId="{CFCC34A8-2F5C-46EE-9053-50040E6C0F33}" srcId="{9A7980D3-D475-4B9C-8750-5AA6B77BF898}" destId="{7C9D9CB8-22D0-4588-B539-1A0A46170A82}" srcOrd="0" destOrd="0" parTransId="{62D0E2A2-09BC-4461-A81E-ED46AC02AC7E}" sibTransId="{60B57135-28BF-4881-A28C-E44F659C78FE}"/>
    <dgm:cxn modelId="{0634FABB-394E-4FA1-9EF4-1B4395587201}" srcId="{2E1C8AF2-35E8-4BF4-9047-B7BA1D9BEF71}" destId="{9A7980D3-D475-4B9C-8750-5AA6B77BF898}" srcOrd="1" destOrd="0" parTransId="{9EACDA31-34DE-4852-B2DE-A4A9D37C5443}" sibTransId="{1693465C-96F0-495D-A444-E30F54A32E3A}"/>
    <dgm:cxn modelId="{55D714D3-A89D-45E9-973A-C10C40A636B3}" srcId="{2E1C8AF2-35E8-4BF4-9047-B7BA1D9BEF71}" destId="{A139B7A3-16B2-497E-ADC9-02B03BDF59AC}" srcOrd="0" destOrd="0" parTransId="{74ED1660-0AF7-4E91-8FC8-3F9BDB8FE5F2}" sibTransId="{57698694-8D42-407E-BBAD-E2B18690D489}"/>
    <dgm:cxn modelId="{C0453DEC-66A4-47C6-A631-53532FBC3FEA}" type="presOf" srcId="{D8A81F05-0B39-4534-8AFB-19D7458E625D}" destId="{B789F483-DA31-43EC-B045-0A4C2AF1BA99}" srcOrd="0" destOrd="0" presId="urn:microsoft.com/office/officeart/2005/8/layout/vList5"/>
    <dgm:cxn modelId="{6DEEC9F9-96A0-41BB-BB1E-342B31BF948B}" type="presOf" srcId="{A139B7A3-16B2-497E-ADC9-02B03BDF59AC}" destId="{AD24B3CB-6A2A-470D-A87E-AAC0766789A3}" srcOrd="0" destOrd="0" presId="urn:microsoft.com/office/officeart/2005/8/layout/vList5"/>
    <dgm:cxn modelId="{A96931FC-CBE1-49E2-B54B-F754C24806FA}" srcId="{2E1C8AF2-35E8-4BF4-9047-B7BA1D9BEF71}" destId="{A1B833D9-F81B-4251-879E-CF81AFBF0714}" srcOrd="2" destOrd="0" parTransId="{A7CBC3CF-BD86-4657-9AEB-7D90CB2DF929}" sibTransId="{F5E44119-C288-4CA4-872E-66FB120E5BF1}"/>
    <dgm:cxn modelId="{87F61FF1-5917-4A29-921D-7BF2E512BC33}" type="presParOf" srcId="{9DC52C48-0689-4D53-AAEF-87619702AEF0}" destId="{A32F466E-CC68-4354-90C2-7CDF2F9F193C}" srcOrd="0" destOrd="0" presId="urn:microsoft.com/office/officeart/2005/8/layout/vList5"/>
    <dgm:cxn modelId="{8D0C4B2C-1424-4CC8-A91E-38637E7990C0}" type="presParOf" srcId="{A32F466E-CC68-4354-90C2-7CDF2F9F193C}" destId="{AD24B3CB-6A2A-470D-A87E-AAC0766789A3}" srcOrd="0" destOrd="0" presId="urn:microsoft.com/office/officeart/2005/8/layout/vList5"/>
    <dgm:cxn modelId="{B91E0D57-5CD5-4F58-A0AA-C745738413BF}" type="presParOf" srcId="{A32F466E-CC68-4354-90C2-7CDF2F9F193C}" destId="{B789F483-DA31-43EC-B045-0A4C2AF1BA99}" srcOrd="1" destOrd="0" presId="urn:microsoft.com/office/officeart/2005/8/layout/vList5"/>
    <dgm:cxn modelId="{3709988A-25C8-4D60-B8DB-464B6D3B6151}" type="presParOf" srcId="{9DC52C48-0689-4D53-AAEF-87619702AEF0}" destId="{CB559052-A057-4980-83B4-092A0B198B73}" srcOrd="1" destOrd="0" presId="urn:microsoft.com/office/officeart/2005/8/layout/vList5"/>
    <dgm:cxn modelId="{ABEDB099-C957-43DC-BB48-5908ADB2BDB7}" type="presParOf" srcId="{9DC52C48-0689-4D53-AAEF-87619702AEF0}" destId="{18D7FDC5-5702-44F7-A35C-AC941659E4F3}" srcOrd="2" destOrd="0" presId="urn:microsoft.com/office/officeart/2005/8/layout/vList5"/>
    <dgm:cxn modelId="{479CE8D3-D6AA-4B41-ADBD-E8068889A793}" type="presParOf" srcId="{18D7FDC5-5702-44F7-A35C-AC941659E4F3}" destId="{DF2F484F-36A1-4A57-BBE4-FFACFD98B86B}" srcOrd="0" destOrd="0" presId="urn:microsoft.com/office/officeart/2005/8/layout/vList5"/>
    <dgm:cxn modelId="{0CBE6CB2-43F0-4EBC-A3FF-BB5BC70D88BB}" type="presParOf" srcId="{18D7FDC5-5702-44F7-A35C-AC941659E4F3}" destId="{27AEB575-D815-40BA-98E7-ED5329FFE6E9}" srcOrd="1" destOrd="0" presId="urn:microsoft.com/office/officeart/2005/8/layout/vList5"/>
    <dgm:cxn modelId="{27C06BA5-12BA-4970-B0DE-EC0A781FED44}" type="presParOf" srcId="{9DC52C48-0689-4D53-AAEF-87619702AEF0}" destId="{CAF0D4C3-4B08-407E-B2AF-CF29E2AA7BEA}" srcOrd="3" destOrd="0" presId="urn:microsoft.com/office/officeart/2005/8/layout/vList5"/>
    <dgm:cxn modelId="{4A38D9F2-C86B-46F1-8BC2-804E60EBA075}" type="presParOf" srcId="{9DC52C48-0689-4D53-AAEF-87619702AEF0}" destId="{5E3A5D0C-B3CB-44D6-90A2-2D88D4482878}" srcOrd="4" destOrd="0" presId="urn:microsoft.com/office/officeart/2005/8/layout/vList5"/>
    <dgm:cxn modelId="{E990EE88-0697-4D2A-80A5-10BDA0D6B208}" type="presParOf" srcId="{5E3A5D0C-B3CB-44D6-90A2-2D88D4482878}" destId="{6374D3E7-AA63-4104-BCE2-7050B304A2FB}" srcOrd="0" destOrd="0" presId="urn:microsoft.com/office/officeart/2005/8/layout/vList5"/>
    <dgm:cxn modelId="{9A24E0AD-DD67-4EBC-AAAB-E07FD2A9DE5C}" type="presParOf" srcId="{5E3A5D0C-B3CB-44D6-90A2-2D88D4482878}" destId="{99A86C16-7AC5-477E-8661-32EEEB853EF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1B3A89A-FB4A-482B-A1DF-8F412450A1A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1FF6119-6AFC-418C-A588-32E75D73870E}">
      <dgm:prSet/>
      <dgm:spPr/>
      <dgm:t>
        <a:bodyPr/>
        <a:lstStyle/>
        <a:p>
          <a:r>
            <a:rPr lang="en-US" b="1"/>
            <a:t>Actions (or operations)</a:t>
          </a:r>
          <a:r>
            <a:rPr lang="en-US"/>
            <a:t> </a:t>
          </a:r>
        </a:p>
      </dgm:t>
    </dgm:pt>
    <dgm:pt modelId="{32A81537-D0EE-4637-9B34-BE657E8A0B4D}" type="parTrans" cxnId="{ACE8CB98-E4CD-49A6-90A3-7D77B8071D7E}">
      <dgm:prSet/>
      <dgm:spPr/>
      <dgm:t>
        <a:bodyPr/>
        <a:lstStyle/>
        <a:p>
          <a:endParaRPr lang="en-US"/>
        </a:p>
      </dgm:t>
    </dgm:pt>
    <dgm:pt modelId="{32279083-EF15-4DEE-B443-67F5CB9E96E1}" type="sibTrans" cxnId="{ACE8CB98-E4CD-49A6-90A3-7D77B8071D7E}">
      <dgm:prSet/>
      <dgm:spPr/>
      <dgm:t>
        <a:bodyPr/>
        <a:lstStyle/>
        <a:p>
          <a:endParaRPr lang="en-US"/>
        </a:p>
      </dgm:t>
    </dgm:pt>
    <dgm:pt modelId="{8E9E10F7-030A-4275-A6A6-4CEDFFEB0B76}">
      <dgm:prSet/>
      <dgm:spPr/>
      <dgm:t>
        <a:bodyPr/>
        <a:lstStyle/>
        <a:p>
          <a:r>
            <a:rPr lang="en-US" b="1"/>
            <a:t>Resources</a:t>
          </a:r>
          <a:endParaRPr lang="en-US"/>
        </a:p>
      </dgm:t>
    </dgm:pt>
    <dgm:pt modelId="{4ED48CC9-F95B-40F3-8F59-370DA01891BA}" type="parTrans" cxnId="{8EABE5B3-D406-4739-A6C2-64828C5026F8}">
      <dgm:prSet/>
      <dgm:spPr/>
      <dgm:t>
        <a:bodyPr/>
        <a:lstStyle/>
        <a:p>
          <a:endParaRPr lang="en-US"/>
        </a:p>
      </dgm:t>
    </dgm:pt>
    <dgm:pt modelId="{4194F4EF-9D6D-4BC0-99FE-25A5C557D6A0}" type="sibTrans" cxnId="{8EABE5B3-D406-4739-A6C2-64828C5026F8}">
      <dgm:prSet/>
      <dgm:spPr/>
      <dgm:t>
        <a:bodyPr/>
        <a:lstStyle/>
        <a:p>
          <a:endParaRPr lang="en-US"/>
        </a:p>
      </dgm:t>
    </dgm:pt>
    <dgm:pt modelId="{2C1DF6B1-23D4-4BFA-BBB2-265331187392}">
      <dgm:prSet/>
      <dgm:spPr/>
      <dgm:t>
        <a:bodyPr/>
        <a:lstStyle/>
        <a:p>
          <a:r>
            <a:rPr lang="en-US" b="1"/>
            <a:t>Principal</a:t>
          </a:r>
          <a:r>
            <a:rPr lang="en-US"/>
            <a:t> </a:t>
          </a:r>
        </a:p>
      </dgm:t>
    </dgm:pt>
    <dgm:pt modelId="{7C8456E8-7F84-42C5-99F1-6D216B08E9D9}" type="parTrans" cxnId="{3BDD114A-4936-47D6-9FA2-05F8AB5804CA}">
      <dgm:prSet/>
      <dgm:spPr/>
      <dgm:t>
        <a:bodyPr/>
        <a:lstStyle/>
        <a:p>
          <a:endParaRPr lang="en-US"/>
        </a:p>
      </dgm:t>
    </dgm:pt>
    <dgm:pt modelId="{95218C35-A29B-49A4-A3F8-36F4D151A41F}" type="sibTrans" cxnId="{3BDD114A-4936-47D6-9FA2-05F8AB5804CA}">
      <dgm:prSet/>
      <dgm:spPr/>
      <dgm:t>
        <a:bodyPr/>
        <a:lstStyle/>
        <a:p>
          <a:endParaRPr lang="en-US"/>
        </a:p>
      </dgm:t>
    </dgm:pt>
    <dgm:pt modelId="{1E3B1E5C-13FC-45E0-9164-44CE93B5820B}">
      <dgm:prSet/>
      <dgm:spPr/>
      <dgm:t>
        <a:bodyPr/>
        <a:lstStyle/>
        <a:p>
          <a:r>
            <a:rPr lang="en-US" b="1"/>
            <a:t>Environment data</a:t>
          </a:r>
          <a:endParaRPr lang="en-US"/>
        </a:p>
      </dgm:t>
    </dgm:pt>
    <dgm:pt modelId="{471227C6-5AE0-4630-BB28-1B5A8A44E170}" type="parTrans" cxnId="{1058929F-C8FA-462C-A378-7076B20F4DB6}">
      <dgm:prSet/>
      <dgm:spPr/>
      <dgm:t>
        <a:bodyPr/>
        <a:lstStyle/>
        <a:p>
          <a:endParaRPr lang="en-US"/>
        </a:p>
      </dgm:t>
    </dgm:pt>
    <dgm:pt modelId="{975CDF03-0E43-44B0-81D9-C88F8AF1560A}" type="sibTrans" cxnId="{1058929F-C8FA-462C-A378-7076B20F4DB6}">
      <dgm:prSet/>
      <dgm:spPr/>
      <dgm:t>
        <a:bodyPr/>
        <a:lstStyle/>
        <a:p>
          <a:endParaRPr lang="en-US"/>
        </a:p>
      </dgm:t>
    </dgm:pt>
    <dgm:pt modelId="{EC99988E-17D3-47D3-9917-8813CBD07880}">
      <dgm:prSet/>
      <dgm:spPr/>
      <dgm:t>
        <a:bodyPr/>
        <a:lstStyle/>
        <a:p>
          <a:r>
            <a:rPr lang="en-US" b="1"/>
            <a:t>Resource data</a:t>
          </a:r>
          <a:r>
            <a:rPr lang="en-US"/>
            <a:t> </a:t>
          </a:r>
        </a:p>
      </dgm:t>
    </dgm:pt>
    <dgm:pt modelId="{CE3E7220-84A4-494D-80B3-88D657F845F6}" type="parTrans" cxnId="{1964DDA4-6CC4-46C9-B7CC-717645676FBA}">
      <dgm:prSet/>
      <dgm:spPr/>
      <dgm:t>
        <a:bodyPr/>
        <a:lstStyle/>
        <a:p>
          <a:endParaRPr lang="en-US"/>
        </a:p>
      </dgm:t>
    </dgm:pt>
    <dgm:pt modelId="{3FA33BCB-BBA6-4EB6-961C-0B10AFC6B2C2}" type="sibTrans" cxnId="{1964DDA4-6CC4-46C9-B7CC-717645676FBA}">
      <dgm:prSet/>
      <dgm:spPr/>
      <dgm:t>
        <a:bodyPr/>
        <a:lstStyle/>
        <a:p>
          <a:endParaRPr lang="en-US"/>
        </a:p>
      </dgm:t>
    </dgm:pt>
    <dgm:pt modelId="{25B2CD6B-7F6F-41D3-8182-F46076F5AB5A}" type="pres">
      <dgm:prSet presAssocID="{41B3A89A-FB4A-482B-A1DF-8F412450A1AA}" presName="root" presStyleCnt="0">
        <dgm:presLayoutVars>
          <dgm:dir/>
          <dgm:resizeHandles val="exact"/>
        </dgm:presLayoutVars>
      </dgm:prSet>
      <dgm:spPr/>
    </dgm:pt>
    <dgm:pt modelId="{6F38CE19-F1F2-4F24-8342-E6CFDA3DCD1C}" type="pres">
      <dgm:prSet presAssocID="{E1FF6119-6AFC-418C-A588-32E75D73870E}" presName="compNode" presStyleCnt="0"/>
      <dgm:spPr/>
    </dgm:pt>
    <dgm:pt modelId="{24AC023F-C8DB-4D3E-AA21-1C81D79A2E5B}" type="pres">
      <dgm:prSet presAssocID="{E1FF6119-6AFC-418C-A588-32E75D73870E}" presName="bgRect" presStyleLbl="bgShp" presStyleIdx="0" presStyleCnt="5"/>
      <dgm:spPr/>
    </dgm:pt>
    <dgm:pt modelId="{6E565A3B-311E-45FB-A0F0-921763F0AE0F}" type="pres">
      <dgm:prSet presAssocID="{E1FF6119-6AFC-418C-A588-32E75D73870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306E9A40-6E0B-4B75-AE65-2481E03D5E6A}" type="pres">
      <dgm:prSet presAssocID="{E1FF6119-6AFC-418C-A588-32E75D73870E}" presName="spaceRect" presStyleCnt="0"/>
      <dgm:spPr/>
    </dgm:pt>
    <dgm:pt modelId="{E3BA13CA-C034-4B7A-95CF-B3D9CCAD3C83}" type="pres">
      <dgm:prSet presAssocID="{E1FF6119-6AFC-418C-A588-32E75D73870E}" presName="parTx" presStyleLbl="revTx" presStyleIdx="0" presStyleCnt="5">
        <dgm:presLayoutVars>
          <dgm:chMax val="0"/>
          <dgm:chPref val="0"/>
        </dgm:presLayoutVars>
      </dgm:prSet>
      <dgm:spPr/>
    </dgm:pt>
    <dgm:pt modelId="{D140C63A-C7C5-44D0-9E77-39876F27CDF5}" type="pres">
      <dgm:prSet presAssocID="{32279083-EF15-4DEE-B443-67F5CB9E96E1}" presName="sibTrans" presStyleCnt="0"/>
      <dgm:spPr/>
    </dgm:pt>
    <dgm:pt modelId="{20335F35-1D43-444E-83B2-FDEA2AA13479}" type="pres">
      <dgm:prSet presAssocID="{8E9E10F7-030A-4275-A6A6-4CEDFFEB0B76}" presName="compNode" presStyleCnt="0"/>
      <dgm:spPr/>
    </dgm:pt>
    <dgm:pt modelId="{938627B3-5892-4649-A87E-7BE85B3AB160}" type="pres">
      <dgm:prSet presAssocID="{8E9E10F7-030A-4275-A6A6-4CEDFFEB0B76}" presName="bgRect" presStyleLbl="bgShp" presStyleIdx="1" presStyleCnt="5"/>
      <dgm:spPr/>
    </dgm:pt>
    <dgm:pt modelId="{91FDC034-A0B2-42C6-8198-8D4DAFDE9AC8}" type="pres">
      <dgm:prSet presAssocID="{8E9E10F7-030A-4275-A6A6-4CEDFFEB0B7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3DAD6AFE-95E9-4237-8343-A5F51EBB7195}" type="pres">
      <dgm:prSet presAssocID="{8E9E10F7-030A-4275-A6A6-4CEDFFEB0B76}" presName="spaceRect" presStyleCnt="0"/>
      <dgm:spPr/>
    </dgm:pt>
    <dgm:pt modelId="{836B119B-8DDE-4D4F-BA37-0366A9363C34}" type="pres">
      <dgm:prSet presAssocID="{8E9E10F7-030A-4275-A6A6-4CEDFFEB0B76}" presName="parTx" presStyleLbl="revTx" presStyleIdx="1" presStyleCnt="5">
        <dgm:presLayoutVars>
          <dgm:chMax val="0"/>
          <dgm:chPref val="0"/>
        </dgm:presLayoutVars>
      </dgm:prSet>
      <dgm:spPr/>
    </dgm:pt>
    <dgm:pt modelId="{23E0A599-9BB4-4705-BEA1-4B885658D87A}" type="pres">
      <dgm:prSet presAssocID="{4194F4EF-9D6D-4BC0-99FE-25A5C557D6A0}" presName="sibTrans" presStyleCnt="0"/>
      <dgm:spPr/>
    </dgm:pt>
    <dgm:pt modelId="{53C47631-B777-47D5-A1B6-79B142C34212}" type="pres">
      <dgm:prSet presAssocID="{2C1DF6B1-23D4-4BFA-BBB2-265331187392}" presName="compNode" presStyleCnt="0"/>
      <dgm:spPr/>
    </dgm:pt>
    <dgm:pt modelId="{F51BD795-C6C1-4A3E-8E15-C0E98CC53ECA}" type="pres">
      <dgm:prSet presAssocID="{2C1DF6B1-23D4-4BFA-BBB2-265331187392}" presName="bgRect" presStyleLbl="bgShp" presStyleIdx="2" presStyleCnt="5"/>
      <dgm:spPr/>
    </dgm:pt>
    <dgm:pt modelId="{70FAC6A2-E153-49C9-891D-AA3A430A1B7F}" type="pres">
      <dgm:prSet presAssocID="{2C1DF6B1-23D4-4BFA-BBB2-26533118739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fessor"/>
        </a:ext>
      </dgm:extLst>
    </dgm:pt>
    <dgm:pt modelId="{0FB649F0-A8F2-4282-9C90-B78E4C7DE377}" type="pres">
      <dgm:prSet presAssocID="{2C1DF6B1-23D4-4BFA-BBB2-265331187392}" presName="spaceRect" presStyleCnt="0"/>
      <dgm:spPr/>
    </dgm:pt>
    <dgm:pt modelId="{0B04F7E3-3273-4081-A322-0207C683F91A}" type="pres">
      <dgm:prSet presAssocID="{2C1DF6B1-23D4-4BFA-BBB2-265331187392}" presName="parTx" presStyleLbl="revTx" presStyleIdx="2" presStyleCnt="5">
        <dgm:presLayoutVars>
          <dgm:chMax val="0"/>
          <dgm:chPref val="0"/>
        </dgm:presLayoutVars>
      </dgm:prSet>
      <dgm:spPr/>
    </dgm:pt>
    <dgm:pt modelId="{8F067264-BDD2-4E85-945E-A37041370790}" type="pres">
      <dgm:prSet presAssocID="{95218C35-A29B-49A4-A3F8-36F4D151A41F}" presName="sibTrans" presStyleCnt="0"/>
      <dgm:spPr/>
    </dgm:pt>
    <dgm:pt modelId="{DF8CDC7B-BDB5-4B4D-A5D1-8FA69588AAFA}" type="pres">
      <dgm:prSet presAssocID="{1E3B1E5C-13FC-45E0-9164-44CE93B5820B}" presName="compNode" presStyleCnt="0"/>
      <dgm:spPr/>
    </dgm:pt>
    <dgm:pt modelId="{264084B0-1A03-4617-B9D2-32BB688ECFB9}" type="pres">
      <dgm:prSet presAssocID="{1E3B1E5C-13FC-45E0-9164-44CE93B5820B}" presName="bgRect" presStyleLbl="bgShp" presStyleIdx="3" presStyleCnt="5"/>
      <dgm:spPr/>
    </dgm:pt>
    <dgm:pt modelId="{26482E10-6B36-4459-A1D7-C45F2B982446}" type="pres">
      <dgm:prSet presAssocID="{1E3B1E5C-13FC-45E0-9164-44CE93B5820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0DC319CB-42E7-4362-B66D-C237E7E37B92}" type="pres">
      <dgm:prSet presAssocID="{1E3B1E5C-13FC-45E0-9164-44CE93B5820B}" presName="spaceRect" presStyleCnt="0"/>
      <dgm:spPr/>
    </dgm:pt>
    <dgm:pt modelId="{37272D89-CCAC-409E-AA8A-CAB757A5E138}" type="pres">
      <dgm:prSet presAssocID="{1E3B1E5C-13FC-45E0-9164-44CE93B5820B}" presName="parTx" presStyleLbl="revTx" presStyleIdx="3" presStyleCnt="5">
        <dgm:presLayoutVars>
          <dgm:chMax val="0"/>
          <dgm:chPref val="0"/>
        </dgm:presLayoutVars>
      </dgm:prSet>
      <dgm:spPr/>
    </dgm:pt>
    <dgm:pt modelId="{C8A8867D-6D28-44F7-A18E-58D897DA12FF}" type="pres">
      <dgm:prSet presAssocID="{975CDF03-0E43-44B0-81D9-C88F8AF1560A}" presName="sibTrans" presStyleCnt="0"/>
      <dgm:spPr/>
    </dgm:pt>
    <dgm:pt modelId="{8824887A-6743-4DA6-9CCB-048642673E46}" type="pres">
      <dgm:prSet presAssocID="{EC99988E-17D3-47D3-9917-8813CBD07880}" presName="compNode" presStyleCnt="0"/>
      <dgm:spPr/>
    </dgm:pt>
    <dgm:pt modelId="{EA9167D4-FD7C-4BE6-BBC3-FF9E1E306D4B}" type="pres">
      <dgm:prSet presAssocID="{EC99988E-17D3-47D3-9917-8813CBD07880}" presName="bgRect" presStyleLbl="bgShp" presStyleIdx="4" presStyleCnt="5"/>
      <dgm:spPr/>
    </dgm:pt>
    <dgm:pt modelId="{C5988875-4CAC-4F32-BF98-50B14EC90078}" type="pres">
      <dgm:prSet presAssocID="{EC99988E-17D3-47D3-9917-8813CBD0788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8A7AC6BF-F719-4037-918C-712AA522BC60}" type="pres">
      <dgm:prSet presAssocID="{EC99988E-17D3-47D3-9917-8813CBD07880}" presName="spaceRect" presStyleCnt="0"/>
      <dgm:spPr/>
    </dgm:pt>
    <dgm:pt modelId="{12D07DD1-AB53-4909-A3C0-3203A8A0B5F1}" type="pres">
      <dgm:prSet presAssocID="{EC99988E-17D3-47D3-9917-8813CBD07880}" presName="parTx" presStyleLbl="revTx" presStyleIdx="4" presStyleCnt="5">
        <dgm:presLayoutVars>
          <dgm:chMax val="0"/>
          <dgm:chPref val="0"/>
        </dgm:presLayoutVars>
      </dgm:prSet>
      <dgm:spPr/>
    </dgm:pt>
  </dgm:ptLst>
  <dgm:cxnLst>
    <dgm:cxn modelId="{4B73ED08-15EB-42B4-A887-7267DEC3189B}" type="presOf" srcId="{8E9E10F7-030A-4275-A6A6-4CEDFFEB0B76}" destId="{836B119B-8DDE-4D4F-BA37-0366A9363C34}" srcOrd="0" destOrd="0" presId="urn:microsoft.com/office/officeart/2018/2/layout/IconVerticalSolidList"/>
    <dgm:cxn modelId="{483E071B-5D2D-4106-8902-F90EAF3DD949}" type="presOf" srcId="{E1FF6119-6AFC-418C-A588-32E75D73870E}" destId="{E3BA13CA-C034-4B7A-95CF-B3D9CCAD3C83}" srcOrd="0" destOrd="0" presId="urn:microsoft.com/office/officeart/2018/2/layout/IconVerticalSolidList"/>
    <dgm:cxn modelId="{07563F42-7656-4E3A-9DB2-48E88D9FA249}" type="presOf" srcId="{EC99988E-17D3-47D3-9917-8813CBD07880}" destId="{12D07DD1-AB53-4909-A3C0-3203A8A0B5F1}" srcOrd="0" destOrd="0" presId="urn:microsoft.com/office/officeart/2018/2/layout/IconVerticalSolidList"/>
    <dgm:cxn modelId="{3BDD114A-4936-47D6-9FA2-05F8AB5804CA}" srcId="{41B3A89A-FB4A-482B-A1DF-8F412450A1AA}" destId="{2C1DF6B1-23D4-4BFA-BBB2-265331187392}" srcOrd="2" destOrd="0" parTransId="{7C8456E8-7F84-42C5-99F1-6D216B08E9D9}" sibTransId="{95218C35-A29B-49A4-A3F8-36F4D151A41F}"/>
    <dgm:cxn modelId="{8F626B6B-F5EF-41AF-AF9D-EBBF934E4EEF}" type="presOf" srcId="{2C1DF6B1-23D4-4BFA-BBB2-265331187392}" destId="{0B04F7E3-3273-4081-A322-0207C683F91A}" srcOrd="0" destOrd="0" presId="urn:microsoft.com/office/officeart/2018/2/layout/IconVerticalSolidList"/>
    <dgm:cxn modelId="{ACE8CB98-E4CD-49A6-90A3-7D77B8071D7E}" srcId="{41B3A89A-FB4A-482B-A1DF-8F412450A1AA}" destId="{E1FF6119-6AFC-418C-A588-32E75D73870E}" srcOrd="0" destOrd="0" parTransId="{32A81537-D0EE-4637-9B34-BE657E8A0B4D}" sibTransId="{32279083-EF15-4DEE-B443-67F5CB9E96E1}"/>
    <dgm:cxn modelId="{1058929F-C8FA-462C-A378-7076B20F4DB6}" srcId="{41B3A89A-FB4A-482B-A1DF-8F412450A1AA}" destId="{1E3B1E5C-13FC-45E0-9164-44CE93B5820B}" srcOrd="3" destOrd="0" parTransId="{471227C6-5AE0-4630-BB28-1B5A8A44E170}" sibTransId="{975CDF03-0E43-44B0-81D9-C88F8AF1560A}"/>
    <dgm:cxn modelId="{1964DDA4-6CC4-46C9-B7CC-717645676FBA}" srcId="{41B3A89A-FB4A-482B-A1DF-8F412450A1AA}" destId="{EC99988E-17D3-47D3-9917-8813CBD07880}" srcOrd="4" destOrd="0" parTransId="{CE3E7220-84A4-494D-80B3-88D657F845F6}" sibTransId="{3FA33BCB-BBA6-4EB6-961C-0B10AFC6B2C2}"/>
    <dgm:cxn modelId="{8EABE5B3-D406-4739-A6C2-64828C5026F8}" srcId="{41B3A89A-FB4A-482B-A1DF-8F412450A1AA}" destId="{8E9E10F7-030A-4275-A6A6-4CEDFFEB0B76}" srcOrd="1" destOrd="0" parTransId="{4ED48CC9-F95B-40F3-8F59-370DA01891BA}" sibTransId="{4194F4EF-9D6D-4BC0-99FE-25A5C557D6A0}"/>
    <dgm:cxn modelId="{511594C1-F141-47FA-AC34-6505DCD3B0F3}" type="presOf" srcId="{41B3A89A-FB4A-482B-A1DF-8F412450A1AA}" destId="{25B2CD6B-7F6F-41D3-8182-F46076F5AB5A}" srcOrd="0" destOrd="0" presId="urn:microsoft.com/office/officeart/2018/2/layout/IconVerticalSolidList"/>
    <dgm:cxn modelId="{933E89C7-830C-426E-A02E-9D2BA4A7B7D5}" type="presOf" srcId="{1E3B1E5C-13FC-45E0-9164-44CE93B5820B}" destId="{37272D89-CCAC-409E-AA8A-CAB757A5E138}" srcOrd="0" destOrd="0" presId="urn:microsoft.com/office/officeart/2018/2/layout/IconVerticalSolidList"/>
    <dgm:cxn modelId="{007F2697-EFAE-48A7-9B81-7D5980E56991}" type="presParOf" srcId="{25B2CD6B-7F6F-41D3-8182-F46076F5AB5A}" destId="{6F38CE19-F1F2-4F24-8342-E6CFDA3DCD1C}" srcOrd="0" destOrd="0" presId="urn:microsoft.com/office/officeart/2018/2/layout/IconVerticalSolidList"/>
    <dgm:cxn modelId="{CE7F1FB2-8A1C-4469-B922-FDF0D95EF4B2}" type="presParOf" srcId="{6F38CE19-F1F2-4F24-8342-E6CFDA3DCD1C}" destId="{24AC023F-C8DB-4D3E-AA21-1C81D79A2E5B}" srcOrd="0" destOrd="0" presId="urn:microsoft.com/office/officeart/2018/2/layout/IconVerticalSolidList"/>
    <dgm:cxn modelId="{5561C318-6C8E-498C-A2D3-97EE7E294E6E}" type="presParOf" srcId="{6F38CE19-F1F2-4F24-8342-E6CFDA3DCD1C}" destId="{6E565A3B-311E-45FB-A0F0-921763F0AE0F}" srcOrd="1" destOrd="0" presId="urn:microsoft.com/office/officeart/2018/2/layout/IconVerticalSolidList"/>
    <dgm:cxn modelId="{6A450D1D-E712-4996-8C9B-7C06341F9BD3}" type="presParOf" srcId="{6F38CE19-F1F2-4F24-8342-E6CFDA3DCD1C}" destId="{306E9A40-6E0B-4B75-AE65-2481E03D5E6A}" srcOrd="2" destOrd="0" presId="urn:microsoft.com/office/officeart/2018/2/layout/IconVerticalSolidList"/>
    <dgm:cxn modelId="{95919B2B-5829-4B21-8BC0-A667A8F6A0F9}" type="presParOf" srcId="{6F38CE19-F1F2-4F24-8342-E6CFDA3DCD1C}" destId="{E3BA13CA-C034-4B7A-95CF-B3D9CCAD3C83}" srcOrd="3" destOrd="0" presId="urn:microsoft.com/office/officeart/2018/2/layout/IconVerticalSolidList"/>
    <dgm:cxn modelId="{E24D83BB-D572-44CA-98EC-7D4393C9DBC0}" type="presParOf" srcId="{25B2CD6B-7F6F-41D3-8182-F46076F5AB5A}" destId="{D140C63A-C7C5-44D0-9E77-39876F27CDF5}" srcOrd="1" destOrd="0" presId="urn:microsoft.com/office/officeart/2018/2/layout/IconVerticalSolidList"/>
    <dgm:cxn modelId="{2AA053A4-FFF7-4C31-BF7C-59980DEDD678}" type="presParOf" srcId="{25B2CD6B-7F6F-41D3-8182-F46076F5AB5A}" destId="{20335F35-1D43-444E-83B2-FDEA2AA13479}" srcOrd="2" destOrd="0" presId="urn:microsoft.com/office/officeart/2018/2/layout/IconVerticalSolidList"/>
    <dgm:cxn modelId="{453AB5AA-897D-450C-AEF0-83862C200E50}" type="presParOf" srcId="{20335F35-1D43-444E-83B2-FDEA2AA13479}" destId="{938627B3-5892-4649-A87E-7BE85B3AB160}" srcOrd="0" destOrd="0" presId="urn:microsoft.com/office/officeart/2018/2/layout/IconVerticalSolidList"/>
    <dgm:cxn modelId="{D4375E55-B6C0-4B05-92D7-3A9739BBBE1D}" type="presParOf" srcId="{20335F35-1D43-444E-83B2-FDEA2AA13479}" destId="{91FDC034-A0B2-42C6-8198-8D4DAFDE9AC8}" srcOrd="1" destOrd="0" presId="urn:microsoft.com/office/officeart/2018/2/layout/IconVerticalSolidList"/>
    <dgm:cxn modelId="{540A450B-1575-4440-A535-CD8AAD585A1C}" type="presParOf" srcId="{20335F35-1D43-444E-83B2-FDEA2AA13479}" destId="{3DAD6AFE-95E9-4237-8343-A5F51EBB7195}" srcOrd="2" destOrd="0" presId="urn:microsoft.com/office/officeart/2018/2/layout/IconVerticalSolidList"/>
    <dgm:cxn modelId="{B3C4B50D-F3AE-4B9D-917C-B9F343D82DAE}" type="presParOf" srcId="{20335F35-1D43-444E-83B2-FDEA2AA13479}" destId="{836B119B-8DDE-4D4F-BA37-0366A9363C34}" srcOrd="3" destOrd="0" presId="urn:microsoft.com/office/officeart/2018/2/layout/IconVerticalSolidList"/>
    <dgm:cxn modelId="{6E49791A-BEF5-413B-B4BA-A1E184293A18}" type="presParOf" srcId="{25B2CD6B-7F6F-41D3-8182-F46076F5AB5A}" destId="{23E0A599-9BB4-4705-BEA1-4B885658D87A}" srcOrd="3" destOrd="0" presId="urn:microsoft.com/office/officeart/2018/2/layout/IconVerticalSolidList"/>
    <dgm:cxn modelId="{F7349358-8D37-4561-AF57-B39D89BB0C35}" type="presParOf" srcId="{25B2CD6B-7F6F-41D3-8182-F46076F5AB5A}" destId="{53C47631-B777-47D5-A1B6-79B142C34212}" srcOrd="4" destOrd="0" presId="urn:microsoft.com/office/officeart/2018/2/layout/IconVerticalSolidList"/>
    <dgm:cxn modelId="{40332951-37D6-4FED-B648-0F497A524C7D}" type="presParOf" srcId="{53C47631-B777-47D5-A1B6-79B142C34212}" destId="{F51BD795-C6C1-4A3E-8E15-C0E98CC53ECA}" srcOrd="0" destOrd="0" presId="urn:microsoft.com/office/officeart/2018/2/layout/IconVerticalSolidList"/>
    <dgm:cxn modelId="{B4E3FCDC-C3C0-443E-A4F1-3CAE283F03A4}" type="presParOf" srcId="{53C47631-B777-47D5-A1B6-79B142C34212}" destId="{70FAC6A2-E153-49C9-891D-AA3A430A1B7F}" srcOrd="1" destOrd="0" presId="urn:microsoft.com/office/officeart/2018/2/layout/IconVerticalSolidList"/>
    <dgm:cxn modelId="{88D2124A-A3F8-41BA-83B7-E1ED5AE34028}" type="presParOf" srcId="{53C47631-B777-47D5-A1B6-79B142C34212}" destId="{0FB649F0-A8F2-4282-9C90-B78E4C7DE377}" srcOrd="2" destOrd="0" presId="urn:microsoft.com/office/officeart/2018/2/layout/IconVerticalSolidList"/>
    <dgm:cxn modelId="{3889B691-1813-49C7-B0C7-561C5BFDFABC}" type="presParOf" srcId="{53C47631-B777-47D5-A1B6-79B142C34212}" destId="{0B04F7E3-3273-4081-A322-0207C683F91A}" srcOrd="3" destOrd="0" presId="urn:microsoft.com/office/officeart/2018/2/layout/IconVerticalSolidList"/>
    <dgm:cxn modelId="{5EE097E8-0D7C-4DED-9D6F-74B787E3B3AE}" type="presParOf" srcId="{25B2CD6B-7F6F-41D3-8182-F46076F5AB5A}" destId="{8F067264-BDD2-4E85-945E-A37041370790}" srcOrd="5" destOrd="0" presId="urn:microsoft.com/office/officeart/2018/2/layout/IconVerticalSolidList"/>
    <dgm:cxn modelId="{52C9A59E-D181-4F85-A7C7-18F3DFA8A8A4}" type="presParOf" srcId="{25B2CD6B-7F6F-41D3-8182-F46076F5AB5A}" destId="{DF8CDC7B-BDB5-4B4D-A5D1-8FA69588AAFA}" srcOrd="6" destOrd="0" presId="urn:microsoft.com/office/officeart/2018/2/layout/IconVerticalSolidList"/>
    <dgm:cxn modelId="{42EB2FD6-69CD-4612-A191-69E33C775ED9}" type="presParOf" srcId="{DF8CDC7B-BDB5-4B4D-A5D1-8FA69588AAFA}" destId="{264084B0-1A03-4617-B9D2-32BB688ECFB9}" srcOrd="0" destOrd="0" presId="urn:microsoft.com/office/officeart/2018/2/layout/IconVerticalSolidList"/>
    <dgm:cxn modelId="{5C92BCEB-A7E3-4550-B883-915F519869EC}" type="presParOf" srcId="{DF8CDC7B-BDB5-4B4D-A5D1-8FA69588AAFA}" destId="{26482E10-6B36-4459-A1D7-C45F2B982446}" srcOrd="1" destOrd="0" presId="urn:microsoft.com/office/officeart/2018/2/layout/IconVerticalSolidList"/>
    <dgm:cxn modelId="{CF846D59-F219-42C6-AC71-240F2AFF2272}" type="presParOf" srcId="{DF8CDC7B-BDB5-4B4D-A5D1-8FA69588AAFA}" destId="{0DC319CB-42E7-4362-B66D-C237E7E37B92}" srcOrd="2" destOrd="0" presId="urn:microsoft.com/office/officeart/2018/2/layout/IconVerticalSolidList"/>
    <dgm:cxn modelId="{281465E2-5B42-4A1D-86CD-BBC48AF9A5C1}" type="presParOf" srcId="{DF8CDC7B-BDB5-4B4D-A5D1-8FA69588AAFA}" destId="{37272D89-CCAC-409E-AA8A-CAB757A5E138}" srcOrd="3" destOrd="0" presId="urn:microsoft.com/office/officeart/2018/2/layout/IconVerticalSolidList"/>
    <dgm:cxn modelId="{A43F04B6-FC73-469F-851C-0757359B11A7}" type="presParOf" srcId="{25B2CD6B-7F6F-41D3-8182-F46076F5AB5A}" destId="{C8A8867D-6D28-44F7-A18E-58D897DA12FF}" srcOrd="7" destOrd="0" presId="urn:microsoft.com/office/officeart/2018/2/layout/IconVerticalSolidList"/>
    <dgm:cxn modelId="{0B523659-9D55-4236-835B-CD54C5DECD40}" type="presParOf" srcId="{25B2CD6B-7F6F-41D3-8182-F46076F5AB5A}" destId="{8824887A-6743-4DA6-9CCB-048642673E46}" srcOrd="8" destOrd="0" presId="urn:microsoft.com/office/officeart/2018/2/layout/IconVerticalSolidList"/>
    <dgm:cxn modelId="{B1419B44-4509-49D6-B337-0F5BC5D27736}" type="presParOf" srcId="{8824887A-6743-4DA6-9CCB-048642673E46}" destId="{EA9167D4-FD7C-4BE6-BBC3-FF9E1E306D4B}" srcOrd="0" destOrd="0" presId="urn:microsoft.com/office/officeart/2018/2/layout/IconVerticalSolidList"/>
    <dgm:cxn modelId="{870F5454-73FD-40E1-9BEB-C13E346F424A}" type="presParOf" srcId="{8824887A-6743-4DA6-9CCB-048642673E46}" destId="{C5988875-4CAC-4F32-BF98-50B14EC90078}" srcOrd="1" destOrd="0" presId="urn:microsoft.com/office/officeart/2018/2/layout/IconVerticalSolidList"/>
    <dgm:cxn modelId="{3919DED6-5376-4F5D-ADA8-D8C2E46C3CF1}" type="presParOf" srcId="{8824887A-6743-4DA6-9CCB-048642673E46}" destId="{8A7AC6BF-F719-4037-918C-712AA522BC60}" srcOrd="2" destOrd="0" presId="urn:microsoft.com/office/officeart/2018/2/layout/IconVerticalSolidList"/>
    <dgm:cxn modelId="{5EDC0E6A-ECAF-4164-8133-5ED8E64A5CD0}" type="presParOf" srcId="{8824887A-6743-4DA6-9CCB-048642673E46}" destId="{12D07DD1-AB53-4909-A3C0-3203A8A0B5F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B2E45C0-03D6-4135-B694-AC705C3F3487}"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911F1CA0-001E-472B-8013-520F01E8A49D}">
      <dgm:prSet/>
      <dgm:spPr/>
      <dgm:t>
        <a:bodyPr/>
        <a:lstStyle/>
        <a:p>
          <a:r>
            <a:rPr lang="en-US"/>
            <a:t>When using CLI or SDK require to store Access keys in the system</a:t>
          </a:r>
        </a:p>
      </dgm:t>
    </dgm:pt>
    <dgm:pt modelId="{4D24A589-DE91-47CC-939A-8179DF6286E2}" type="parTrans" cxnId="{07A5395F-E188-401F-A519-7F5B6572AF16}">
      <dgm:prSet/>
      <dgm:spPr/>
      <dgm:t>
        <a:bodyPr/>
        <a:lstStyle/>
        <a:p>
          <a:endParaRPr lang="en-US"/>
        </a:p>
      </dgm:t>
    </dgm:pt>
    <dgm:pt modelId="{AC5AE54C-663C-4EAC-A808-A58335EFE946}" type="sibTrans" cxnId="{07A5395F-E188-401F-A519-7F5B6572AF16}">
      <dgm:prSet/>
      <dgm:spPr/>
      <dgm:t>
        <a:bodyPr/>
        <a:lstStyle/>
        <a:p>
          <a:endParaRPr lang="en-US"/>
        </a:p>
      </dgm:t>
    </dgm:pt>
    <dgm:pt modelId="{57BFC64E-905F-4FFE-A02B-6DBC8FE3FF41}">
      <dgm:prSet/>
      <dgm:spPr/>
      <dgm:t>
        <a:bodyPr/>
        <a:lstStyle/>
        <a:p>
          <a:r>
            <a:rPr lang="en-US" dirty="0"/>
            <a:t>Not a good practice if keys need to be stored in EC2 instance or on a mobile phone</a:t>
          </a:r>
        </a:p>
      </dgm:t>
    </dgm:pt>
    <dgm:pt modelId="{2DABEC0B-17D8-4541-B1C2-10560C0D3346}" type="parTrans" cxnId="{00450B33-B734-4C6E-801E-4E1C0FE1B512}">
      <dgm:prSet/>
      <dgm:spPr/>
      <dgm:t>
        <a:bodyPr/>
        <a:lstStyle/>
        <a:p>
          <a:endParaRPr lang="en-US"/>
        </a:p>
      </dgm:t>
    </dgm:pt>
    <dgm:pt modelId="{18303ADA-73A3-4DFE-8C7C-B4F89EEE7CDA}" type="sibTrans" cxnId="{00450B33-B734-4C6E-801E-4E1C0FE1B512}">
      <dgm:prSet/>
      <dgm:spPr/>
      <dgm:t>
        <a:bodyPr/>
        <a:lstStyle/>
        <a:p>
          <a:endParaRPr lang="en-US"/>
        </a:p>
      </dgm:t>
    </dgm:pt>
    <dgm:pt modelId="{40289A0E-84C3-4C8A-AC90-ABCC3CCCC405}">
      <dgm:prSet/>
      <dgm:spPr/>
      <dgm:t>
        <a:bodyPr/>
        <a:lstStyle/>
        <a:p>
          <a:r>
            <a:rPr lang="en-US"/>
            <a:t>Roles allow access without need to store keys</a:t>
          </a:r>
        </a:p>
      </dgm:t>
    </dgm:pt>
    <dgm:pt modelId="{68BEF786-984E-4CF9-8429-47AC1EF57F08}" type="parTrans" cxnId="{1C726B0C-87AB-474F-AF67-B18999B689E1}">
      <dgm:prSet/>
      <dgm:spPr/>
      <dgm:t>
        <a:bodyPr/>
        <a:lstStyle/>
        <a:p>
          <a:endParaRPr lang="en-US"/>
        </a:p>
      </dgm:t>
    </dgm:pt>
    <dgm:pt modelId="{CFEDCA85-D578-4C4F-802F-31968AC1B7CF}" type="sibTrans" cxnId="{1C726B0C-87AB-474F-AF67-B18999B689E1}">
      <dgm:prSet/>
      <dgm:spPr/>
      <dgm:t>
        <a:bodyPr/>
        <a:lstStyle/>
        <a:p>
          <a:endParaRPr lang="en-US"/>
        </a:p>
      </dgm:t>
    </dgm:pt>
    <dgm:pt modelId="{B5AC45CA-D7A6-4F85-B970-6CEC5B502540}">
      <dgm:prSet/>
      <dgm:spPr/>
      <dgm:t>
        <a:bodyPr/>
        <a:lstStyle/>
        <a:p>
          <a:r>
            <a:rPr lang="en-US"/>
            <a:t>Roles allow us to attach policies to various AWS Services</a:t>
          </a:r>
        </a:p>
      </dgm:t>
    </dgm:pt>
    <dgm:pt modelId="{D4476AB1-F8D6-431A-83BE-EB0FB6E58E6F}" type="parTrans" cxnId="{3F9D6D94-4D09-45FA-9811-9AB602B15AFE}">
      <dgm:prSet/>
      <dgm:spPr/>
      <dgm:t>
        <a:bodyPr/>
        <a:lstStyle/>
        <a:p>
          <a:endParaRPr lang="en-US"/>
        </a:p>
      </dgm:t>
    </dgm:pt>
    <dgm:pt modelId="{A3592FCA-AF44-4ADD-8A23-A9EB3885A809}" type="sibTrans" cxnId="{3F9D6D94-4D09-45FA-9811-9AB602B15AFE}">
      <dgm:prSet/>
      <dgm:spPr/>
      <dgm:t>
        <a:bodyPr/>
        <a:lstStyle/>
        <a:p>
          <a:endParaRPr lang="en-US"/>
        </a:p>
      </dgm:t>
    </dgm:pt>
    <dgm:pt modelId="{1C927FE2-1237-45B8-9CDC-09D147DEC0E1}">
      <dgm:prSet/>
      <dgm:spPr/>
      <dgm:t>
        <a:bodyPr/>
        <a:lstStyle/>
        <a:p>
          <a:r>
            <a:rPr lang="en-US"/>
            <a:t>EC2</a:t>
          </a:r>
        </a:p>
      </dgm:t>
    </dgm:pt>
    <dgm:pt modelId="{770E3CAC-A759-47DA-A6A7-FD99FEDC5610}" type="parTrans" cxnId="{28E38C74-4096-45BA-9B38-A93C5CB54738}">
      <dgm:prSet/>
      <dgm:spPr/>
      <dgm:t>
        <a:bodyPr/>
        <a:lstStyle/>
        <a:p>
          <a:endParaRPr lang="en-US"/>
        </a:p>
      </dgm:t>
    </dgm:pt>
    <dgm:pt modelId="{05C67A5B-2954-490B-A9E8-35F4FB281734}" type="sibTrans" cxnId="{28E38C74-4096-45BA-9B38-A93C5CB54738}">
      <dgm:prSet/>
      <dgm:spPr/>
      <dgm:t>
        <a:bodyPr/>
        <a:lstStyle/>
        <a:p>
          <a:endParaRPr lang="en-US"/>
        </a:p>
      </dgm:t>
    </dgm:pt>
    <dgm:pt modelId="{BFAA5318-D249-4F8E-97A4-6B602D586516}">
      <dgm:prSet/>
      <dgm:spPr/>
      <dgm:t>
        <a:bodyPr/>
        <a:lstStyle/>
        <a:p>
          <a:r>
            <a:rPr lang="en-US"/>
            <a:t>Lambda etc</a:t>
          </a:r>
        </a:p>
      </dgm:t>
    </dgm:pt>
    <dgm:pt modelId="{0FEB1E97-B89D-44A1-9A38-0B879252C77F}" type="parTrans" cxnId="{D459853F-A371-45E9-8685-BF4110384F2F}">
      <dgm:prSet/>
      <dgm:spPr/>
      <dgm:t>
        <a:bodyPr/>
        <a:lstStyle/>
        <a:p>
          <a:endParaRPr lang="en-US"/>
        </a:p>
      </dgm:t>
    </dgm:pt>
    <dgm:pt modelId="{4FAA1F6B-51BA-4AB3-9BA4-793084D1FB36}" type="sibTrans" cxnId="{D459853F-A371-45E9-8685-BF4110384F2F}">
      <dgm:prSet/>
      <dgm:spPr/>
      <dgm:t>
        <a:bodyPr/>
        <a:lstStyle/>
        <a:p>
          <a:endParaRPr lang="en-US"/>
        </a:p>
      </dgm:t>
    </dgm:pt>
    <dgm:pt modelId="{42195AC5-9754-4AA0-B3A0-737247C90303}">
      <dgm:prSet/>
      <dgm:spPr/>
      <dgm:t>
        <a:bodyPr/>
        <a:lstStyle/>
        <a:p>
          <a:r>
            <a:rPr lang="en-US"/>
            <a:t>Roles are one of the security related best practices in AWS</a:t>
          </a:r>
        </a:p>
      </dgm:t>
    </dgm:pt>
    <dgm:pt modelId="{844C04CA-712F-4A3D-918A-06E03997BDDF}" type="parTrans" cxnId="{C2828568-507F-442C-A3D3-F9DAB6ECAF85}">
      <dgm:prSet/>
      <dgm:spPr/>
      <dgm:t>
        <a:bodyPr/>
        <a:lstStyle/>
        <a:p>
          <a:endParaRPr lang="en-US"/>
        </a:p>
      </dgm:t>
    </dgm:pt>
    <dgm:pt modelId="{B6287542-3293-4E40-96D9-F8A668146860}" type="sibTrans" cxnId="{C2828568-507F-442C-A3D3-F9DAB6ECAF85}">
      <dgm:prSet/>
      <dgm:spPr/>
      <dgm:t>
        <a:bodyPr/>
        <a:lstStyle/>
        <a:p>
          <a:endParaRPr lang="en-US"/>
        </a:p>
      </dgm:t>
    </dgm:pt>
    <dgm:pt modelId="{ED86DBF0-FBE2-41E8-8A91-AE5B9B5B4EE5}" type="pres">
      <dgm:prSet presAssocID="{DB2E45C0-03D6-4135-B694-AC705C3F3487}" presName="linear" presStyleCnt="0">
        <dgm:presLayoutVars>
          <dgm:animLvl val="lvl"/>
          <dgm:resizeHandles val="exact"/>
        </dgm:presLayoutVars>
      </dgm:prSet>
      <dgm:spPr/>
    </dgm:pt>
    <dgm:pt modelId="{C77FAF3C-485E-4D67-AE2F-22FAAC2F67A0}" type="pres">
      <dgm:prSet presAssocID="{911F1CA0-001E-472B-8013-520F01E8A49D}" presName="parentText" presStyleLbl="node1" presStyleIdx="0" presStyleCnt="5">
        <dgm:presLayoutVars>
          <dgm:chMax val="0"/>
          <dgm:bulletEnabled val="1"/>
        </dgm:presLayoutVars>
      </dgm:prSet>
      <dgm:spPr/>
    </dgm:pt>
    <dgm:pt modelId="{97108B0A-95F0-4CEC-9546-EC15811F860D}" type="pres">
      <dgm:prSet presAssocID="{AC5AE54C-663C-4EAC-A808-A58335EFE946}" presName="spacer" presStyleCnt="0"/>
      <dgm:spPr/>
    </dgm:pt>
    <dgm:pt modelId="{B37B65BB-CE9F-4F49-B02E-255971BAA5AB}" type="pres">
      <dgm:prSet presAssocID="{57BFC64E-905F-4FFE-A02B-6DBC8FE3FF41}" presName="parentText" presStyleLbl="node1" presStyleIdx="1" presStyleCnt="5">
        <dgm:presLayoutVars>
          <dgm:chMax val="0"/>
          <dgm:bulletEnabled val="1"/>
        </dgm:presLayoutVars>
      </dgm:prSet>
      <dgm:spPr/>
    </dgm:pt>
    <dgm:pt modelId="{B859DF5B-A32F-4BDE-B213-9DFC86A67342}" type="pres">
      <dgm:prSet presAssocID="{18303ADA-73A3-4DFE-8C7C-B4F89EEE7CDA}" presName="spacer" presStyleCnt="0"/>
      <dgm:spPr/>
    </dgm:pt>
    <dgm:pt modelId="{7C2F5886-DD94-48B4-BABB-D50301F7FF4F}" type="pres">
      <dgm:prSet presAssocID="{40289A0E-84C3-4C8A-AC90-ABCC3CCCC405}" presName="parentText" presStyleLbl="node1" presStyleIdx="2" presStyleCnt="5">
        <dgm:presLayoutVars>
          <dgm:chMax val="0"/>
          <dgm:bulletEnabled val="1"/>
        </dgm:presLayoutVars>
      </dgm:prSet>
      <dgm:spPr/>
    </dgm:pt>
    <dgm:pt modelId="{4F55DC88-5CB5-47AC-8F70-783FAD62121E}" type="pres">
      <dgm:prSet presAssocID="{CFEDCA85-D578-4C4F-802F-31968AC1B7CF}" presName="spacer" presStyleCnt="0"/>
      <dgm:spPr/>
    </dgm:pt>
    <dgm:pt modelId="{7EBAF7B9-6932-4441-A4D5-44DED55163D1}" type="pres">
      <dgm:prSet presAssocID="{B5AC45CA-D7A6-4F85-B970-6CEC5B502540}" presName="parentText" presStyleLbl="node1" presStyleIdx="3" presStyleCnt="5">
        <dgm:presLayoutVars>
          <dgm:chMax val="0"/>
          <dgm:bulletEnabled val="1"/>
        </dgm:presLayoutVars>
      </dgm:prSet>
      <dgm:spPr/>
    </dgm:pt>
    <dgm:pt modelId="{EA4805A5-D96D-4765-A14A-6134EBE18EC5}" type="pres">
      <dgm:prSet presAssocID="{B5AC45CA-D7A6-4F85-B970-6CEC5B502540}" presName="childText" presStyleLbl="revTx" presStyleIdx="0" presStyleCnt="1">
        <dgm:presLayoutVars>
          <dgm:bulletEnabled val="1"/>
        </dgm:presLayoutVars>
      </dgm:prSet>
      <dgm:spPr/>
    </dgm:pt>
    <dgm:pt modelId="{82E93A34-87E1-4453-B741-4B2747A19DF6}" type="pres">
      <dgm:prSet presAssocID="{42195AC5-9754-4AA0-B3A0-737247C90303}" presName="parentText" presStyleLbl="node1" presStyleIdx="4" presStyleCnt="5">
        <dgm:presLayoutVars>
          <dgm:chMax val="0"/>
          <dgm:bulletEnabled val="1"/>
        </dgm:presLayoutVars>
      </dgm:prSet>
      <dgm:spPr/>
    </dgm:pt>
  </dgm:ptLst>
  <dgm:cxnLst>
    <dgm:cxn modelId="{1C726B0C-87AB-474F-AF67-B18999B689E1}" srcId="{DB2E45C0-03D6-4135-B694-AC705C3F3487}" destId="{40289A0E-84C3-4C8A-AC90-ABCC3CCCC405}" srcOrd="2" destOrd="0" parTransId="{68BEF786-984E-4CF9-8429-47AC1EF57F08}" sibTransId="{CFEDCA85-D578-4C4F-802F-31968AC1B7CF}"/>
    <dgm:cxn modelId="{7238A610-01B2-4C7C-AFD4-60C43D0CF3C9}" type="presOf" srcId="{42195AC5-9754-4AA0-B3A0-737247C90303}" destId="{82E93A34-87E1-4453-B741-4B2747A19DF6}" srcOrd="0" destOrd="0" presId="urn:microsoft.com/office/officeart/2005/8/layout/vList2"/>
    <dgm:cxn modelId="{1C408129-1639-4271-A59D-86B383285AFD}" type="presOf" srcId="{911F1CA0-001E-472B-8013-520F01E8A49D}" destId="{C77FAF3C-485E-4D67-AE2F-22FAAC2F67A0}" srcOrd="0" destOrd="0" presId="urn:microsoft.com/office/officeart/2005/8/layout/vList2"/>
    <dgm:cxn modelId="{D2AAAF2A-C5BE-4F51-8918-AA520362B66C}" type="presOf" srcId="{DB2E45C0-03D6-4135-B694-AC705C3F3487}" destId="{ED86DBF0-FBE2-41E8-8A91-AE5B9B5B4EE5}" srcOrd="0" destOrd="0" presId="urn:microsoft.com/office/officeart/2005/8/layout/vList2"/>
    <dgm:cxn modelId="{00450B33-B734-4C6E-801E-4E1C0FE1B512}" srcId="{DB2E45C0-03D6-4135-B694-AC705C3F3487}" destId="{57BFC64E-905F-4FFE-A02B-6DBC8FE3FF41}" srcOrd="1" destOrd="0" parTransId="{2DABEC0B-17D8-4541-B1C2-10560C0D3346}" sibTransId="{18303ADA-73A3-4DFE-8C7C-B4F89EEE7CDA}"/>
    <dgm:cxn modelId="{D459853F-A371-45E9-8685-BF4110384F2F}" srcId="{B5AC45CA-D7A6-4F85-B970-6CEC5B502540}" destId="{BFAA5318-D249-4F8E-97A4-6B602D586516}" srcOrd="1" destOrd="0" parTransId="{0FEB1E97-B89D-44A1-9A38-0B879252C77F}" sibTransId="{4FAA1F6B-51BA-4AB3-9BA4-793084D1FB36}"/>
    <dgm:cxn modelId="{07A5395F-E188-401F-A519-7F5B6572AF16}" srcId="{DB2E45C0-03D6-4135-B694-AC705C3F3487}" destId="{911F1CA0-001E-472B-8013-520F01E8A49D}" srcOrd="0" destOrd="0" parTransId="{4D24A589-DE91-47CC-939A-8179DF6286E2}" sibTransId="{AC5AE54C-663C-4EAC-A808-A58335EFE946}"/>
    <dgm:cxn modelId="{C2828568-507F-442C-A3D3-F9DAB6ECAF85}" srcId="{DB2E45C0-03D6-4135-B694-AC705C3F3487}" destId="{42195AC5-9754-4AA0-B3A0-737247C90303}" srcOrd="4" destOrd="0" parTransId="{844C04CA-712F-4A3D-918A-06E03997BDDF}" sibTransId="{B6287542-3293-4E40-96D9-F8A668146860}"/>
    <dgm:cxn modelId="{28E38C74-4096-45BA-9B38-A93C5CB54738}" srcId="{B5AC45CA-D7A6-4F85-B970-6CEC5B502540}" destId="{1C927FE2-1237-45B8-9CDC-09D147DEC0E1}" srcOrd="0" destOrd="0" parTransId="{770E3CAC-A759-47DA-A6A7-FD99FEDC5610}" sibTransId="{05C67A5B-2954-490B-A9E8-35F4FB281734}"/>
    <dgm:cxn modelId="{44BD2757-2230-4972-BFC0-E8A3BC5587A4}" type="presOf" srcId="{1C927FE2-1237-45B8-9CDC-09D147DEC0E1}" destId="{EA4805A5-D96D-4765-A14A-6134EBE18EC5}" srcOrd="0" destOrd="0" presId="urn:microsoft.com/office/officeart/2005/8/layout/vList2"/>
    <dgm:cxn modelId="{896A3C8F-4722-47CA-A938-16E96F9D5E1B}" type="presOf" srcId="{40289A0E-84C3-4C8A-AC90-ABCC3CCCC405}" destId="{7C2F5886-DD94-48B4-BABB-D50301F7FF4F}" srcOrd="0" destOrd="0" presId="urn:microsoft.com/office/officeart/2005/8/layout/vList2"/>
    <dgm:cxn modelId="{3F9D6D94-4D09-45FA-9811-9AB602B15AFE}" srcId="{DB2E45C0-03D6-4135-B694-AC705C3F3487}" destId="{B5AC45CA-D7A6-4F85-B970-6CEC5B502540}" srcOrd="3" destOrd="0" parTransId="{D4476AB1-F8D6-431A-83BE-EB0FB6E58E6F}" sibTransId="{A3592FCA-AF44-4ADD-8A23-A9EB3885A809}"/>
    <dgm:cxn modelId="{E96EF6A8-50AC-460F-B990-A5680B7E9261}" type="presOf" srcId="{57BFC64E-905F-4FFE-A02B-6DBC8FE3FF41}" destId="{B37B65BB-CE9F-4F49-B02E-255971BAA5AB}" srcOrd="0" destOrd="0" presId="urn:microsoft.com/office/officeart/2005/8/layout/vList2"/>
    <dgm:cxn modelId="{93443DDD-B29A-4ADB-B395-CB4F5913C44E}" type="presOf" srcId="{BFAA5318-D249-4F8E-97A4-6B602D586516}" destId="{EA4805A5-D96D-4765-A14A-6134EBE18EC5}" srcOrd="0" destOrd="1" presId="urn:microsoft.com/office/officeart/2005/8/layout/vList2"/>
    <dgm:cxn modelId="{1B5B5DEC-AF90-490E-9C4D-129C2500C75A}" type="presOf" srcId="{B5AC45CA-D7A6-4F85-B970-6CEC5B502540}" destId="{7EBAF7B9-6932-4441-A4D5-44DED55163D1}" srcOrd="0" destOrd="0" presId="urn:microsoft.com/office/officeart/2005/8/layout/vList2"/>
    <dgm:cxn modelId="{9ACA2D95-ECAD-49D5-A44A-8D67C17972B5}" type="presParOf" srcId="{ED86DBF0-FBE2-41E8-8A91-AE5B9B5B4EE5}" destId="{C77FAF3C-485E-4D67-AE2F-22FAAC2F67A0}" srcOrd="0" destOrd="0" presId="urn:microsoft.com/office/officeart/2005/8/layout/vList2"/>
    <dgm:cxn modelId="{F6ABD2CF-4B78-411F-A27C-1889797257E3}" type="presParOf" srcId="{ED86DBF0-FBE2-41E8-8A91-AE5B9B5B4EE5}" destId="{97108B0A-95F0-4CEC-9546-EC15811F860D}" srcOrd="1" destOrd="0" presId="urn:microsoft.com/office/officeart/2005/8/layout/vList2"/>
    <dgm:cxn modelId="{CB7E49EC-BB4A-49D9-BD87-D27460F23FC1}" type="presParOf" srcId="{ED86DBF0-FBE2-41E8-8A91-AE5B9B5B4EE5}" destId="{B37B65BB-CE9F-4F49-B02E-255971BAA5AB}" srcOrd="2" destOrd="0" presId="urn:microsoft.com/office/officeart/2005/8/layout/vList2"/>
    <dgm:cxn modelId="{0F10659B-7C34-4070-9F56-201B1CE6C94E}" type="presParOf" srcId="{ED86DBF0-FBE2-41E8-8A91-AE5B9B5B4EE5}" destId="{B859DF5B-A32F-4BDE-B213-9DFC86A67342}" srcOrd="3" destOrd="0" presId="urn:microsoft.com/office/officeart/2005/8/layout/vList2"/>
    <dgm:cxn modelId="{DDD701C3-D673-405B-A7CB-0F9936E8C9E1}" type="presParOf" srcId="{ED86DBF0-FBE2-41E8-8A91-AE5B9B5B4EE5}" destId="{7C2F5886-DD94-48B4-BABB-D50301F7FF4F}" srcOrd="4" destOrd="0" presId="urn:microsoft.com/office/officeart/2005/8/layout/vList2"/>
    <dgm:cxn modelId="{52D68A95-9DBD-4BE6-9CAC-2BA2B86EDC80}" type="presParOf" srcId="{ED86DBF0-FBE2-41E8-8A91-AE5B9B5B4EE5}" destId="{4F55DC88-5CB5-47AC-8F70-783FAD62121E}" srcOrd="5" destOrd="0" presId="urn:microsoft.com/office/officeart/2005/8/layout/vList2"/>
    <dgm:cxn modelId="{DB60F9BD-3FDB-478B-A7FE-2CD133CB8A7E}" type="presParOf" srcId="{ED86DBF0-FBE2-41E8-8A91-AE5B9B5B4EE5}" destId="{7EBAF7B9-6932-4441-A4D5-44DED55163D1}" srcOrd="6" destOrd="0" presId="urn:microsoft.com/office/officeart/2005/8/layout/vList2"/>
    <dgm:cxn modelId="{BF9AB91E-28BD-4727-8A99-C6F730BE8462}" type="presParOf" srcId="{ED86DBF0-FBE2-41E8-8A91-AE5B9B5B4EE5}" destId="{EA4805A5-D96D-4765-A14A-6134EBE18EC5}" srcOrd="7" destOrd="0" presId="urn:microsoft.com/office/officeart/2005/8/layout/vList2"/>
    <dgm:cxn modelId="{D7866C86-0905-4B56-A1AF-C7D04BE438AF}" type="presParOf" srcId="{ED86DBF0-FBE2-41E8-8A91-AE5B9B5B4EE5}" destId="{82E93A34-87E1-4453-B741-4B2747A19DF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E7D5B-B610-43F0-BD16-13E634C3300D}">
      <dsp:nvSpPr>
        <dsp:cNvPr id="0" name=""/>
        <dsp:cNvSpPr/>
      </dsp:nvSpPr>
      <dsp:spPr>
        <a:xfrm>
          <a:off x="0" y="459"/>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FB4963-535C-46C6-B53F-E9C19C9F8503}">
      <dsp:nvSpPr>
        <dsp:cNvPr id="0" name=""/>
        <dsp:cNvSpPr/>
      </dsp:nvSpPr>
      <dsp:spPr>
        <a:xfrm>
          <a:off x="324969" y="242171"/>
          <a:ext cx="590852" cy="5908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C63EC3-C271-404B-A1A8-DD5E437AB700}">
      <dsp:nvSpPr>
        <dsp:cNvPr id="0" name=""/>
        <dsp:cNvSpPr/>
      </dsp:nvSpPr>
      <dsp:spPr>
        <a:xfrm>
          <a:off x="1240791" y="459"/>
          <a:ext cx="881760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Identity and Access Management</a:t>
          </a:r>
        </a:p>
      </dsp:txBody>
      <dsp:txXfrm>
        <a:off x="1240791" y="459"/>
        <a:ext cx="8817608" cy="1074277"/>
      </dsp:txXfrm>
    </dsp:sp>
    <dsp:sp modelId="{DDF5EF56-C64D-471E-A550-D030C013BD08}">
      <dsp:nvSpPr>
        <dsp:cNvPr id="0" name=""/>
        <dsp:cNvSpPr/>
      </dsp:nvSpPr>
      <dsp:spPr>
        <a:xfrm>
          <a:off x="0" y="1343306"/>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59A010-0B42-49C0-BE33-9E71BF740D97}">
      <dsp:nvSpPr>
        <dsp:cNvPr id="0" name=""/>
        <dsp:cNvSpPr/>
      </dsp:nvSpPr>
      <dsp:spPr>
        <a:xfrm>
          <a:off x="324969" y="1585019"/>
          <a:ext cx="590852" cy="5908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2EA534-4CFE-4569-AA71-0616563B9B9F}">
      <dsp:nvSpPr>
        <dsp:cNvPr id="0" name=""/>
        <dsp:cNvSpPr/>
      </dsp:nvSpPr>
      <dsp:spPr>
        <a:xfrm>
          <a:off x="1240791" y="1343306"/>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Authentication</a:t>
          </a:r>
        </a:p>
      </dsp:txBody>
      <dsp:txXfrm>
        <a:off x="1240791" y="1343306"/>
        <a:ext cx="4526280" cy="1074277"/>
      </dsp:txXfrm>
    </dsp:sp>
    <dsp:sp modelId="{6258821C-30EB-49BF-9037-E6E87FEFEC78}">
      <dsp:nvSpPr>
        <dsp:cNvPr id="0" name=""/>
        <dsp:cNvSpPr/>
      </dsp:nvSpPr>
      <dsp:spPr>
        <a:xfrm>
          <a:off x="5767071" y="1343306"/>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800100">
            <a:lnSpc>
              <a:spcPct val="90000"/>
            </a:lnSpc>
            <a:spcBef>
              <a:spcPct val="0"/>
            </a:spcBef>
            <a:spcAft>
              <a:spcPct val="35000"/>
            </a:spcAft>
            <a:buNone/>
          </a:pPr>
          <a:r>
            <a:rPr lang="en-US" sz="1800" kern="1200"/>
            <a:t>Login, Keys</a:t>
          </a:r>
        </a:p>
        <a:p>
          <a:pPr marL="0" lvl="0" indent="0" algn="l" defTabSz="800100">
            <a:lnSpc>
              <a:spcPct val="90000"/>
            </a:lnSpc>
            <a:spcBef>
              <a:spcPct val="0"/>
            </a:spcBef>
            <a:spcAft>
              <a:spcPct val="35000"/>
            </a:spcAft>
            <a:buNone/>
          </a:pPr>
          <a:r>
            <a:rPr lang="en-US" sz="1800" kern="1200"/>
            <a:t>MFA</a:t>
          </a:r>
        </a:p>
      </dsp:txBody>
      <dsp:txXfrm>
        <a:off x="5767071" y="1343306"/>
        <a:ext cx="4291328" cy="1074277"/>
      </dsp:txXfrm>
    </dsp:sp>
    <dsp:sp modelId="{6260693E-AF63-480C-BF25-9864779B13FB}">
      <dsp:nvSpPr>
        <dsp:cNvPr id="0" name=""/>
        <dsp:cNvSpPr/>
      </dsp:nvSpPr>
      <dsp:spPr>
        <a:xfrm>
          <a:off x="0" y="2686153"/>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2273E9-5616-433E-BECA-FE67CE09EDEE}">
      <dsp:nvSpPr>
        <dsp:cNvPr id="0" name=""/>
        <dsp:cNvSpPr/>
      </dsp:nvSpPr>
      <dsp:spPr>
        <a:xfrm>
          <a:off x="324969" y="2927866"/>
          <a:ext cx="590852" cy="5908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F8F184-4289-4F39-BFB9-EC81F8716A22}">
      <dsp:nvSpPr>
        <dsp:cNvPr id="0" name=""/>
        <dsp:cNvSpPr/>
      </dsp:nvSpPr>
      <dsp:spPr>
        <a:xfrm>
          <a:off x="1240791" y="2686153"/>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Authorization</a:t>
          </a:r>
        </a:p>
      </dsp:txBody>
      <dsp:txXfrm>
        <a:off x="1240791" y="2686153"/>
        <a:ext cx="4526280" cy="1074277"/>
      </dsp:txXfrm>
    </dsp:sp>
    <dsp:sp modelId="{B0527EAD-816B-4F95-95F5-8DA9780A9B0B}">
      <dsp:nvSpPr>
        <dsp:cNvPr id="0" name=""/>
        <dsp:cNvSpPr/>
      </dsp:nvSpPr>
      <dsp:spPr>
        <a:xfrm>
          <a:off x="5767071" y="2686153"/>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800100">
            <a:lnSpc>
              <a:spcPct val="90000"/>
            </a:lnSpc>
            <a:spcBef>
              <a:spcPct val="0"/>
            </a:spcBef>
            <a:spcAft>
              <a:spcPct val="35000"/>
            </a:spcAft>
            <a:buNone/>
          </a:pPr>
          <a:r>
            <a:rPr lang="en-US" sz="1800" kern="1200"/>
            <a:t>Policies</a:t>
          </a:r>
        </a:p>
        <a:p>
          <a:pPr marL="0" lvl="0" indent="0" algn="l" defTabSz="800100">
            <a:lnSpc>
              <a:spcPct val="90000"/>
            </a:lnSpc>
            <a:spcBef>
              <a:spcPct val="0"/>
            </a:spcBef>
            <a:spcAft>
              <a:spcPct val="35000"/>
            </a:spcAft>
            <a:buNone/>
          </a:pPr>
          <a:r>
            <a:rPr lang="en-US" sz="1800" kern="1200"/>
            <a:t>Roles</a:t>
          </a:r>
        </a:p>
      </dsp:txBody>
      <dsp:txXfrm>
        <a:off x="5767071" y="2686153"/>
        <a:ext cx="4291328" cy="10742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CD9AA-A054-489A-98E8-5192941E73A5}">
      <dsp:nvSpPr>
        <dsp:cNvPr id="0" name=""/>
        <dsp:cNvSpPr/>
      </dsp:nvSpPr>
      <dsp:spPr>
        <a:xfrm rot="5400000">
          <a:off x="3424743" y="-1206267"/>
          <a:ext cx="1035180" cy="3710432"/>
        </a:xfrm>
        <a:prstGeom prst="round2SameRect">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a:t>The Version policy element specifies the language syntax rules that are to be used to process a policy</a:t>
          </a:r>
        </a:p>
        <a:p>
          <a:pPr marL="114300" lvl="1" indent="-114300" algn="l" defTabSz="533400">
            <a:lnSpc>
              <a:spcPct val="90000"/>
            </a:lnSpc>
            <a:spcBef>
              <a:spcPct val="0"/>
            </a:spcBef>
            <a:spcAft>
              <a:spcPct val="15000"/>
            </a:spcAft>
            <a:buChar char="•"/>
          </a:pPr>
          <a:r>
            <a:rPr lang="en-US" sz="1200" kern="1200"/>
            <a:t>2012-10-17 is the current version of the policy language</a:t>
          </a:r>
        </a:p>
      </dsp:txBody>
      <dsp:txXfrm rot="-5400000">
        <a:off x="2087118" y="181891"/>
        <a:ext cx="3659899" cy="934114"/>
      </dsp:txXfrm>
    </dsp:sp>
    <dsp:sp modelId="{7081C0E6-6D3C-4FAA-98E3-C625A20F3A4B}">
      <dsp:nvSpPr>
        <dsp:cNvPr id="0" name=""/>
        <dsp:cNvSpPr/>
      </dsp:nvSpPr>
      <dsp:spPr>
        <a:xfrm>
          <a:off x="0" y="1960"/>
          <a:ext cx="2087118" cy="12939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a:t>Version</a:t>
          </a:r>
        </a:p>
      </dsp:txBody>
      <dsp:txXfrm>
        <a:off x="63167" y="65127"/>
        <a:ext cx="1960784" cy="1167641"/>
      </dsp:txXfrm>
    </dsp:sp>
    <dsp:sp modelId="{ADC0DCE4-D310-43C7-9171-4FC31CF72C3F}">
      <dsp:nvSpPr>
        <dsp:cNvPr id="0" name=""/>
        <dsp:cNvSpPr/>
      </dsp:nvSpPr>
      <dsp:spPr>
        <a:xfrm rot="5400000">
          <a:off x="3424743" y="152405"/>
          <a:ext cx="1035180" cy="3710432"/>
        </a:xfrm>
        <a:prstGeom prst="round2SameRect">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a:t>The Id element specifies an optional identifier for the policy</a:t>
          </a:r>
        </a:p>
      </dsp:txBody>
      <dsp:txXfrm rot="-5400000">
        <a:off x="2087118" y="1540564"/>
        <a:ext cx="3659899" cy="934114"/>
      </dsp:txXfrm>
    </dsp:sp>
    <dsp:sp modelId="{C6500194-ECDF-4DCF-9EE8-38DE14048CCB}">
      <dsp:nvSpPr>
        <dsp:cNvPr id="0" name=""/>
        <dsp:cNvSpPr/>
      </dsp:nvSpPr>
      <dsp:spPr>
        <a:xfrm>
          <a:off x="0" y="1360634"/>
          <a:ext cx="2087118" cy="12939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a:t>ID</a:t>
          </a:r>
        </a:p>
      </dsp:txBody>
      <dsp:txXfrm>
        <a:off x="63167" y="1423801"/>
        <a:ext cx="1960784" cy="1167641"/>
      </dsp:txXfrm>
    </dsp:sp>
    <dsp:sp modelId="{01C7C81B-0C97-4116-A7E6-46A32BB4C8F1}">
      <dsp:nvSpPr>
        <dsp:cNvPr id="0" name=""/>
        <dsp:cNvSpPr/>
      </dsp:nvSpPr>
      <dsp:spPr>
        <a:xfrm rot="5400000">
          <a:off x="3424743" y="1511079"/>
          <a:ext cx="1035180" cy="3710432"/>
        </a:xfrm>
        <a:prstGeom prst="round2SameRect">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a:t>The Statement element is the main element for a policy. Mandatory</a:t>
          </a:r>
        </a:p>
        <a:p>
          <a:pPr marL="114300" lvl="1" indent="-114300" algn="l" defTabSz="533400">
            <a:lnSpc>
              <a:spcPct val="90000"/>
            </a:lnSpc>
            <a:spcBef>
              <a:spcPct val="0"/>
            </a:spcBef>
            <a:spcAft>
              <a:spcPct val="15000"/>
            </a:spcAft>
            <a:buChar char="•"/>
          </a:pPr>
          <a:r>
            <a:rPr lang="en-US" sz="1200" kern="1200"/>
            <a:t>The Statement element can contain a single statement or an array of individual statements.</a:t>
          </a:r>
        </a:p>
      </dsp:txBody>
      <dsp:txXfrm rot="-5400000">
        <a:off x="2087118" y="2899238"/>
        <a:ext cx="3659899" cy="934114"/>
      </dsp:txXfrm>
    </dsp:sp>
    <dsp:sp modelId="{6E0BA646-4142-48FA-8940-DF83EC042B5C}">
      <dsp:nvSpPr>
        <dsp:cNvPr id="0" name=""/>
        <dsp:cNvSpPr/>
      </dsp:nvSpPr>
      <dsp:spPr>
        <a:xfrm>
          <a:off x="0" y="2719308"/>
          <a:ext cx="2087118" cy="12939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a:t>Statement</a:t>
          </a:r>
        </a:p>
      </dsp:txBody>
      <dsp:txXfrm>
        <a:off x="63167" y="2782475"/>
        <a:ext cx="1960784" cy="11676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B9728-8D70-484B-93D5-F560FBBAFD50}">
      <dsp:nvSpPr>
        <dsp:cNvPr id="0" name=""/>
        <dsp:cNvSpPr/>
      </dsp:nvSpPr>
      <dsp:spPr>
        <a:xfrm>
          <a:off x="0" y="459"/>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5442B6-9E51-44C1-960B-D1A67A83CCEC}">
      <dsp:nvSpPr>
        <dsp:cNvPr id="0" name=""/>
        <dsp:cNvSpPr/>
      </dsp:nvSpPr>
      <dsp:spPr>
        <a:xfrm>
          <a:off x="324969" y="242171"/>
          <a:ext cx="590852" cy="5908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A2E8C7-AB89-4B74-8035-392D48365C90}">
      <dsp:nvSpPr>
        <dsp:cNvPr id="0" name=""/>
        <dsp:cNvSpPr/>
      </dsp:nvSpPr>
      <dsp:spPr>
        <a:xfrm>
          <a:off x="1240791" y="459"/>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Sid</a:t>
          </a:r>
        </a:p>
      </dsp:txBody>
      <dsp:txXfrm>
        <a:off x="1240791" y="459"/>
        <a:ext cx="4526280" cy="1074277"/>
      </dsp:txXfrm>
    </dsp:sp>
    <dsp:sp modelId="{CC25A5F4-580D-4E2C-BB36-B3DE6BCB8C50}">
      <dsp:nvSpPr>
        <dsp:cNvPr id="0" name=""/>
        <dsp:cNvSpPr/>
      </dsp:nvSpPr>
      <dsp:spPr>
        <a:xfrm>
          <a:off x="5767071" y="459"/>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577850">
            <a:lnSpc>
              <a:spcPct val="90000"/>
            </a:lnSpc>
            <a:spcBef>
              <a:spcPct val="0"/>
            </a:spcBef>
            <a:spcAft>
              <a:spcPct val="35000"/>
            </a:spcAft>
            <a:buNone/>
          </a:pPr>
          <a:r>
            <a:rPr lang="en-US" sz="1300" kern="1200"/>
            <a:t>The Sid (statement ID) is an optional identifier that you provide for the policy statement</a:t>
          </a:r>
        </a:p>
      </dsp:txBody>
      <dsp:txXfrm>
        <a:off x="5767071" y="459"/>
        <a:ext cx="4291328" cy="1074277"/>
      </dsp:txXfrm>
    </dsp:sp>
    <dsp:sp modelId="{0D83562F-37B5-4CDE-8F39-4A149A0E0288}">
      <dsp:nvSpPr>
        <dsp:cNvPr id="0" name=""/>
        <dsp:cNvSpPr/>
      </dsp:nvSpPr>
      <dsp:spPr>
        <a:xfrm>
          <a:off x="0" y="1343306"/>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5945A5-CA14-4B60-8FBC-EB27B7543737}">
      <dsp:nvSpPr>
        <dsp:cNvPr id="0" name=""/>
        <dsp:cNvSpPr/>
      </dsp:nvSpPr>
      <dsp:spPr>
        <a:xfrm>
          <a:off x="324969" y="1585019"/>
          <a:ext cx="590852" cy="5908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4EACF7-F5B5-4525-99F2-AF8BBF2E6077}">
      <dsp:nvSpPr>
        <dsp:cNvPr id="0" name=""/>
        <dsp:cNvSpPr/>
      </dsp:nvSpPr>
      <dsp:spPr>
        <a:xfrm>
          <a:off x="1240791" y="1343306"/>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Effect</a:t>
          </a:r>
        </a:p>
      </dsp:txBody>
      <dsp:txXfrm>
        <a:off x="1240791" y="1343306"/>
        <a:ext cx="4526280" cy="1074277"/>
      </dsp:txXfrm>
    </dsp:sp>
    <dsp:sp modelId="{DED50BD5-9CEA-43CD-835A-66D0BE1C5F13}">
      <dsp:nvSpPr>
        <dsp:cNvPr id="0" name=""/>
        <dsp:cNvSpPr/>
      </dsp:nvSpPr>
      <dsp:spPr>
        <a:xfrm>
          <a:off x="5767071" y="1343306"/>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577850">
            <a:lnSpc>
              <a:spcPct val="90000"/>
            </a:lnSpc>
            <a:spcBef>
              <a:spcPct val="0"/>
            </a:spcBef>
            <a:spcAft>
              <a:spcPct val="35000"/>
            </a:spcAft>
            <a:buNone/>
          </a:pPr>
          <a:r>
            <a:rPr lang="en-US" sz="1300" kern="1200"/>
            <a:t>The Effect element is required and specifies whether the statement results in an allow or an explicit deny</a:t>
          </a:r>
        </a:p>
      </dsp:txBody>
      <dsp:txXfrm>
        <a:off x="5767071" y="1343306"/>
        <a:ext cx="4291328" cy="1074277"/>
      </dsp:txXfrm>
    </dsp:sp>
    <dsp:sp modelId="{C3AE50C9-3860-4A06-82EE-B206A821BF87}">
      <dsp:nvSpPr>
        <dsp:cNvPr id="0" name=""/>
        <dsp:cNvSpPr/>
      </dsp:nvSpPr>
      <dsp:spPr>
        <a:xfrm>
          <a:off x="0" y="2686153"/>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B349A5-B945-4364-B658-FB3B8F947735}">
      <dsp:nvSpPr>
        <dsp:cNvPr id="0" name=""/>
        <dsp:cNvSpPr/>
      </dsp:nvSpPr>
      <dsp:spPr>
        <a:xfrm>
          <a:off x="324969" y="2927866"/>
          <a:ext cx="590852" cy="5908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C93219-D9CE-4AA0-ACF5-369C9098AC24}">
      <dsp:nvSpPr>
        <dsp:cNvPr id="0" name=""/>
        <dsp:cNvSpPr/>
      </dsp:nvSpPr>
      <dsp:spPr>
        <a:xfrm>
          <a:off x="1240791" y="2686153"/>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Principal</a:t>
          </a:r>
        </a:p>
      </dsp:txBody>
      <dsp:txXfrm>
        <a:off x="1240791" y="2686153"/>
        <a:ext cx="4526280" cy="1074277"/>
      </dsp:txXfrm>
    </dsp:sp>
    <dsp:sp modelId="{79DCD2FC-E47A-4304-904F-092C2A8EAFFB}">
      <dsp:nvSpPr>
        <dsp:cNvPr id="0" name=""/>
        <dsp:cNvSpPr/>
      </dsp:nvSpPr>
      <dsp:spPr>
        <a:xfrm>
          <a:off x="5767071" y="2686153"/>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577850">
            <a:lnSpc>
              <a:spcPct val="90000"/>
            </a:lnSpc>
            <a:spcBef>
              <a:spcPct val="0"/>
            </a:spcBef>
            <a:spcAft>
              <a:spcPct val="35000"/>
            </a:spcAft>
            <a:buNone/>
          </a:pPr>
          <a:r>
            <a:rPr lang="en-US" sz="1300" kern="1200"/>
            <a:t>Use the Principal element in a policy to specify the principal that is allowed or denied access to a resource</a:t>
          </a:r>
        </a:p>
        <a:p>
          <a:pPr marL="0" lvl="0" indent="0" algn="l" defTabSz="577850">
            <a:lnSpc>
              <a:spcPct val="90000"/>
            </a:lnSpc>
            <a:spcBef>
              <a:spcPct val="0"/>
            </a:spcBef>
            <a:spcAft>
              <a:spcPct val="35000"/>
            </a:spcAft>
            <a:buNone/>
          </a:pPr>
          <a:r>
            <a:rPr lang="en-US" sz="1300" kern="1200"/>
            <a:t>Cannot be used in Identity Based policies</a:t>
          </a:r>
        </a:p>
      </dsp:txBody>
      <dsp:txXfrm>
        <a:off x="5767071" y="2686153"/>
        <a:ext cx="4291328" cy="10742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5FD19-8C6A-43E2-AE0E-127411A42DCF}">
      <dsp:nvSpPr>
        <dsp:cNvPr id="0" name=""/>
        <dsp:cNvSpPr/>
      </dsp:nvSpPr>
      <dsp:spPr>
        <a:xfrm>
          <a:off x="0" y="459"/>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144067-84C1-4BA3-B3B3-BB0218DE3764}">
      <dsp:nvSpPr>
        <dsp:cNvPr id="0" name=""/>
        <dsp:cNvSpPr/>
      </dsp:nvSpPr>
      <dsp:spPr>
        <a:xfrm>
          <a:off x="324969" y="242171"/>
          <a:ext cx="590852" cy="5908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86AEFA-02A2-4D8F-B9D3-3427B73DA38C}">
      <dsp:nvSpPr>
        <dsp:cNvPr id="0" name=""/>
        <dsp:cNvSpPr/>
      </dsp:nvSpPr>
      <dsp:spPr>
        <a:xfrm>
          <a:off x="1240791" y="459"/>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NotPrincipal</a:t>
          </a:r>
        </a:p>
      </dsp:txBody>
      <dsp:txXfrm>
        <a:off x="1240791" y="459"/>
        <a:ext cx="4526280" cy="1074277"/>
      </dsp:txXfrm>
    </dsp:sp>
    <dsp:sp modelId="{48927EC3-CDA4-4911-B924-107F1DDA06B4}">
      <dsp:nvSpPr>
        <dsp:cNvPr id="0" name=""/>
        <dsp:cNvSpPr/>
      </dsp:nvSpPr>
      <dsp:spPr>
        <a:xfrm>
          <a:off x="5767071" y="459"/>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622300">
            <a:lnSpc>
              <a:spcPct val="90000"/>
            </a:lnSpc>
            <a:spcBef>
              <a:spcPct val="0"/>
            </a:spcBef>
            <a:spcAft>
              <a:spcPct val="35000"/>
            </a:spcAft>
            <a:buNone/>
          </a:pPr>
          <a:r>
            <a:rPr lang="en-US" sz="1400" kern="1200"/>
            <a:t>NotPrincipal element specifies the IAM user, federated user, IAM role, AWS account, AWS service, or other principal that is not allowed or denied access to a resource</a:t>
          </a:r>
        </a:p>
      </dsp:txBody>
      <dsp:txXfrm>
        <a:off x="5767071" y="459"/>
        <a:ext cx="4291328" cy="1074277"/>
      </dsp:txXfrm>
    </dsp:sp>
    <dsp:sp modelId="{3E0BD18D-CE29-4085-B52C-5818DE1AFCE4}">
      <dsp:nvSpPr>
        <dsp:cNvPr id="0" name=""/>
        <dsp:cNvSpPr/>
      </dsp:nvSpPr>
      <dsp:spPr>
        <a:xfrm>
          <a:off x="0" y="1343306"/>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BCD3E7-35D4-47BD-AD73-004C826AF3BD}">
      <dsp:nvSpPr>
        <dsp:cNvPr id="0" name=""/>
        <dsp:cNvSpPr/>
      </dsp:nvSpPr>
      <dsp:spPr>
        <a:xfrm>
          <a:off x="324969" y="1585019"/>
          <a:ext cx="590852" cy="5908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7D3F78-2A8C-4CEF-8F3D-1D3C903BF9D8}">
      <dsp:nvSpPr>
        <dsp:cNvPr id="0" name=""/>
        <dsp:cNvSpPr/>
      </dsp:nvSpPr>
      <dsp:spPr>
        <a:xfrm>
          <a:off x="1240791" y="1343306"/>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Action</a:t>
          </a:r>
        </a:p>
      </dsp:txBody>
      <dsp:txXfrm>
        <a:off x="1240791" y="1343306"/>
        <a:ext cx="4526280" cy="1074277"/>
      </dsp:txXfrm>
    </dsp:sp>
    <dsp:sp modelId="{8A787405-87A3-40F5-9BEF-ECE96FB25602}">
      <dsp:nvSpPr>
        <dsp:cNvPr id="0" name=""/>
        <dsp:cNvSpPr/>
      </dsp:nvSpPr>
      <dsp:spPr>
        <a:xfrm>
          <a:off x="5767071" y="1343306"/>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622300">
            <a:lnSpc>
              <a:spcPct val="90000"/>
            </a:lnSpc>
            <a:spcBef>
              <a:spcPct val="0"/>
            </a:spcBef>
            <a:spcAft>
              <a:spcPct val="35000"/>
            </a:spcAft>
            <a:buNone/>
          </a:pPr>
          <a:r>
            <a:rPr lang="en-US" sz="1400" kern="1200"/>
            <a:t>The Action element describes the specific action or actions that will be allowed or denied</a:t>
          </a:r>
        </a:p>
      </dsp:txBody>
      <dsp:txXfrm>
        <a:off x="5767071" y="1343306"/>
        <a:ext cx="4291328" cy="1074277"/>
      </dsp:txXfrm>
    </dsp:sp>
    <dsp:sp modelId="{38CA51AA-E082-407E-91E9-0E8CA4DD8DBE}">
      <dsp:nvSpPr>
        <dsp:cNvPr id="0" name=""/>
        <dsp:cNvSpPr/>
      </dsp:nvSpPr>
      <dsp:spPr>
        <a:xfrm>
          <a:off x="0" y="2686153"/>
          <a:ext cx="10058399" cy="107427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F0EFB0-3E7A-4DDC-9B6A-45001557EEFE}">
      <dsp:nvSpPr>
        <dsp:cNvPr id="0" name=""/>
        <dsp:cNvSpPr/>
      </dsp:nvSpPr>
      <dsp:spPr>
        <a:xfrm>
          <a:off x="324969" y="2927866"/>
          <a:ext cx="590852" cy="5908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01CA9A-99F6-48CA-80EE-5C930ED5548A}">
      <dsp:nvSpPr>
        <dsp:cNvPr id="0" name=""/>
        <dsp:cNvSpPr/>
      </dsp:nvSpPr>
      <dsp:spPr>
        <a:xfrm>
          <a:off x="1240791" y="2686153"/>
          <a:ext cx="4526280"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1111250">
            <a:lnSpc>
              <a:spcPct val="90000"/>
            </a:lnSpc>
            <a:spcBef>
              <a:spcPct val="0"/>
            </a:spcBef>
            <a:spcAft>
              <a:spcPct val="35000"/>
            </a:spcAft>
            <a:buNone/>
          </a:pPr>
          <a:r>
            <a:rPr lang="en-US" sz="2500" kern="1200"/>
            <a:t>NotAction</a:t>
          </a:r>
        </a:p>
      </dsp:txBody>
      <dsp:txXfrm>
        <a:off x="1240791" y="2686153"/>
        <a:ext cx="4526280" cy="1074277"/>
      </dsp:txXfrm>
    </dsp:sp>
    <dsp:sp modelId="{F20A1834-475E-40FA-9A69-6852BA353E2C}">
      <dsp:nvSpPr>
        <dsp:cNvPr id="0" name=""/>
        <dsp:cNvSpPr/>
      </dsp:nvSpPr>
      <dsp:spPr>
        <a:xfrm>
          <a:off x="5767071" y="2686153"/>
          <a:ext cx="4291328" cy="1074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94" tIns="113694" rIns="113694" bIns="113694" numCol="1" spcCol="1270" anchor="ctr" anchorCtr="0">
          <a:noAutofit/>
        </a:bodyPr>
        <a:lstStyle/>
        <a:p>
          <a:pPr marL="0" lvl="0" indent="0" algn="l" defTabSz="622300">
            <a:lnSpc>
              <a:spcPct val="90000"/>
            </a:lnSpc>
            <a:spcBef>
              <a:spcPct val="0"/>
            </a:spcBef>
            <a:spcAft>
              <a:spcPct val="35000"/>
            </a:spcAft>
            <a:buNone/>
          </a:pPr>
          <a:r>
            <a:rPr lang="en-US" sz="1400" kern="1200"/>
            <a:t>NotAction is an advanced policy element that explicitly matches everything except the specified list of actions</a:t>
          </a:r>
        </a:p>
      </dsp:txBody>
      <dsp:txXfrm>
        <a:off x="5767071" y="2686153"/>
        <a:ext cx="4291328" cy="10742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89F483-DA31-43EC-B045-0A4C2AF1BA99}">
      <dsp:nvSpPr>
        <dsp:cNvPr id="0" name=""/>
        <dsp:cNvSpPr/>
      </dsp:nvSpPr>
      <dsp:spPr>
        <a:xfrm rot="5400000">
          <a:off x="3424743" y="-1206267"/>
          <a:ext cx="1035180" cy="3710432"/>
        </a:xfrm>
        <a:prstGeom prst="round2SameRect">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The Resource element specifies the object or objects that the statement covers</a:t>
          </a:r>
        </a:p>
      </dsp:txBody>
      <dsp:txXfrm rot="-5400000">
        <a:off x="2087118" y="181891"/>
        <a:ext cx="3659899" cy="934114"/>
      </dsp:txXfrm>
    </dsp:sp>
    <dsp:sp modelId="{AD24B3CB-6A2A-470D-A87E-AAC0766789A3}">
      <dsp:nvSpPr>
        <dsp:cNvPr id="0" name=""/>
        <dsp:cNvSpPr/>
      </dsp:nvSpPr>
      <dsp:spPr>
        <a:xfrm>
          <a:off x="0" y="1960"/>
          <a:ext cx="2087118" cy="12939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Resource</a:t>
          </a:r>
        </a:p>
      </dsp:txBody>
      <dsp:txXfrm>
        <a:off x="63167" y="65127"/>
        <a:ext cx="1960784" cy="1167641"/>
      </dsp:txXfrm>
    </dsp:sp>
    <dsp:sp modelId="{27AEB575-D815-40BA-98E7-ED5329FFE6E9}">
      <dsp:nvSpPr>
        <dsp:cNvPr id="0" name=""/>
        <dsp:cNvSpPr/>
      </dsp:nvSpPr>
      <dsp:spPr>
        <a:xfrm rot="5400000">
          <a:off x="3424743" y="152405"/>
          <a:ext cx="1035180" cy="3710432"/>
        </a:xfrm>
        <a:prstGeom prst="round2SameRect">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NotResource is an advanced policy element that explicitly matches every resource except those specified</a:t>
          </a:r>
        </a:p>
      </dsp:txBody>
      <dsp:txXfrm rot="-5400000">
        <a:off x="2087118" y="1540564"/>
        <a:ext cx="3659899" cy="934114"/>
      </dsp:txXfrm>
    </dsp:sp>
    <dsp:sp modelId="{DF2F484F-36A1-4A57-BBE4-FFACFD98B86B}">
      <dsp:nvSpPr>
        <dsp:cNvPr id="0" name=""/>
        <dsp:cNvSpPr/>
      </dsp:nvSpPr>
      <dsp:spPr>
        <a:xfrm>
          <a:off x="0" y="1360634"/>
          <a:ext cx="2087118" cy="12939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NotResource</a:t>
          </a:r>
        </a:p>
      </dsp:txBody>
      <dsp:txXfrm>
        <a:off x="63167" y="1423801"/>
        <a:ext cx="1960784" cy="1167641"/>
      </dsp:txXfrm>
    </dsp:sp>
    <dsp:sp modelId="{99A86C16-7AC5-477E-8661-32EEEB853EF7}">
      <dsp:nvSpPr>
        <dsp:cNvPr id="0" name=""/>
        <dsp:cNvSpPr/>
      </dsp:nvSpPr>
      <dsp:spPr>
        <a:xfrm rot="5400000">
          <a:off x="3424743" y="1511079"/>
          <a:ext cx="1035180" cy="3710432"/>
        </a:xfrm>
        <a:prstGeom prst="round2SameRect">
          <a:avLst/>
        </a:prstGeom>
        <a:solidFill>
          <a:schemeClr val="accent2">
            <a:alpha val="90000"/>
            <a:tint val="40000"/>
            <a:hueOff val="0"/>
            <a:satOff val="0"/>
            <a:lumOff val="0"/>
            <a:alphaOff val="0"/>
          </a:schemeClr>
        </a:solidFill>
        <a:ln w="15875"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The Condition element (or Condition block) lets you specify conditions for when a policy is in effect</a:t>
          </a:r>
        </a:p>
        <a:p>
          <a:pPr marL="114300" lvl="1" indent="-114300" algn="l" defTabSz="666750">
            <a:lnSpc>
              <a:spcPct val="90000"/>
            </a:lnSpc>
            <a:spcBef>
              <a:spcPct val="0"/>
            </a:spcBef>
            <a:spcAft>
              <a:spcPct val="15000"/>
            </a:spcAft>
            <a:buChar char="•"/>
          </a:pPr>
          <a:r>
            <a:rPr lang="en-US" sz="1500" kern="1200"/>
            <a:t>Optional</a:t>
          </a:r>
        </a:p>
      </dsp:txBody>
      <dsp:txXfrm rot="-5400000">
        <a:off x="2087118" y="2899238"/>
        <a:ext cx="3659899" cy="934114"/>
      </dsp:txXfrm>
    </dsp:sp>
    <dsp:sp modelId="{6374D3E7-AA63-4104-BCE2-7050B304A2FB}">
      <dsp:nvSpPr>
        <dsp:cNvPr id="0" name=""/>
        <dsp:cNvSpPr/>
      </dsp:nvSpPr>
      <dsp:spPr>
        <a:xfrm>
          <a:off x="0" y="2719308"/>
          <a:ext cx="2087118" cy="12939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Condition</a:t>
          </a:r>
        </a:p>
      </dsp:txBody>
      <dsp:txXfrm>
        <a:off x="63167" y="2782475"/>
        <a:ext cx="1960784" cy="11676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AC023F-C8DB-4D3E-AA21-1C81D79A2E5B}">
      <dsp:nvSpPr>
        <dsp:cNvPr id="0" name=""/>
        <dsp:cNvSpPr/>
      </dsp:nvSpPr>
      <dsp:spPr>
        <a:xfrm>
          <a:off x="0" y="2938"/>
          <a:ext cx="10058399" cy="62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565A3B-311E-45FB-A0F0-921763F0AE0F}">
      <dsp:nvSpPr>
        <dsp:cNvPr id="0" name=""/>
        <dsp:cNvSpPr/>
      </dsp:nvSpPr>
      <dsp:spPr>
        <a:xfrm>
          <a:off x="189315" y="143751"/>
          <a:ext cx="344209" cy="344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BA13CA-C034-4B7A-95CF-B3D9CCAD3C83}">
      <dsp:nvSpPr>
        <dsp:cNvPr id="0" name=""/>
        <dsp:cNvSpPr/>
      </dsp:nvSpPr>
      <dsp:spPr>
        <a:xfrm>
          <a:off x="722840" y="2938"/>
          <a:ext cx="9335559" cy="62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234" tIns="66234" rIns="66234" bIns="66234" numCol="1" spcCol="1270" anchor="ctr" anchorCtr="0">
          <a:noAutofit/>
        </a:bodyPr>
        <a:lstStyle/>
        <a:p>
          <a:pPr marL="0" lvl="0" indent="0" algn="l" defTabSz="844550">
            <a:lnSpc>
              <a:spcPct val="90000"/>
            </a:lnSpc>
            <a:spcBef>
              <a:spcPct val="0"/>
            </a:spcBef>
            <a:spcAft>
              <a:spcPct val="35000"/>
            </a:spcAft>
            <a:buNone/>
          </a:pPr>
          <a:r>
            <a:rPr lang="en-US" sz="1900" b="1" kern="1200"/>
            <a:t>Actions (or operations)</a:t>
          </a:r>
          <a:r>
            <a:rPr lang="en-US" sz="1900" kern="1200"/>
            <a:t> </a:t>
          </a:r>
        </a:p>
      </dsp:txBody>
      <dsp:txXfrm>
        <a:off x="722840" y="2938"/>
        <a:ext cx="9335559" cy="625835"/>
      </dsp:txXfrm>
    </dsp:sp>
    <dsp:sp modelId="{938627B3-5892-4649-A87E-7BE85B3AB160}">
      <dsp:nvSpPr>
        <dsp:cNvPr id="0" name=""/>
        <dsp:cNvSpPr/>
      </dsp:nvSpPr>
      <dsp:spPr>
        <a:xfrm>
          <a:off x="0" y="785232"/>
          <a:ext cx="10058399" cy="62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FDC034-A0B2-42C6-8198-8D4DAFDE9AC8}">
      <dsp:nvSpPr>
        <dsp:cNvPr id="0" name=""/>
        <dsp:cNvSpPr/>
      </dsp:nvSpPr>
      <dsp:spPr>
        <a:xfrm>
          <a:off x="189315" y="926045"/>
          <a:ext cx="344209" cy="344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6B119B-8DDE-4D4F-BA37-0366A9363C34}">
      <dsp:nvSpPr>
        <dsp:cNvPr id="0" name=""/>
        <dsp:cNvSpPr/>
      </dsp:nvSpPr>
      <dsp:spPr>
        <a:xfrm>
          <a:off x="722840" y="785232"/>
          <a:ext cx="9335559" cy="62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234" tIns="66234" rIns="66234" bIns="66234" numCol="1" spcCol="1270" anchor="ctr" anchorCtr="0">
          <a:noAutofit/>
        </a:bodyPr>
        <a:lstStyle/>
        <a:p>
          <a:pPr marL="0" lvl="0" indent="0" algn="l" defTabSz="844550">
            <a:lnSpc>
              <a:spcPct val="90000"/>
            </a:lnSpc>
            <a:spcBef>
              <a:spcPct val="0"/>
            </a:spcBef>
            <a:spcAft>
              <a:spcPct val="35000"/>
            </a:spcAft>
            <a:buNone/>
          </a:pPr>
          <a:r>
            <a:rPr lang="en-US" sz="1900" b="1" kern="1200"/>
            <a:t>Resources</a:t>
          </a:r>
          <a:endParaRPr lang="en-US" sz="1900" kern="1200"/>
        </a:p>
      </dsp:txBody>
      <dsp:txXfrm>
        <a:off x="722840" y="785232"/>
        <a:ext cx="9335559" cy="625835"/>
      </dsp:txXfrm>
    </dsp:sp>
    <dsp:sp modelId="{F51BD795-C6C1-4A3E-8E15-C0E98CC53ECA}">
      <dsp:nvSpPr>
        <dsp:cNvPr id="0" name=""/>
        <dsp:cNvSpPr/>
      </dsp:nvSpPr>
      <dsp:spPr>
        <a:xfrm>
          <a:off x="0" y="1567527"/>
          <a:ext cx="10058399" cy="62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FAC6A2-E153-49C9-891D-AA3A430A1B7F}">
      <dsp:nvSpPr>
        <dsp:cNvPr id="0" name=""/>
        <dsp:cNvSpPr/>
      </dsp:nvSpPr>
      <dsp:spPr>
        <a:xfrm>
          <a:off x="189315" y="1708340"/>
          <a:ext cx="344209" cy="344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04F7E3-3273-4081-A322-0207C683F91A}">
      <dsp:nvSpPr>
        <dsp:cNvPr id="0" name=""/>
        <dsp:cNvSpPr/>
      </dsp:nvSpPr>
      <dsp:spPr>
        <a:xfrm>
          <a:off x="722840" y="1567527"/>
          <a:ext cx="9335559" cy="62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234" tIns="66234" rIns="66234" bIns="66234" numCol="1" spcCol="1270" anchor="ctr" anchorCtr="0">
          <a:noAutofit/>
        </a:bodyPr>
        <a:lstStyle/>
        <a:p>
          <a:pPr marL="0" lvl="0" indent="0" algn="l" defTabSz="844550">
            <a:lnSpc>
              <a:spcPct val="90000"/>
            </a:lnSpc>
            <a:spcBef>
              <a:spcPct val="0"/>
            </a:spcBef>
            <a:spcAft>
              <a:spcPct val="35000"/>
            </a:spcAft>
            <a:buNone/>
          </a:pPr>
          <a:r>
            <a:rPr lang="en-US" sz="1900" b="1" kern="1200"/>
            <a:t>Principal</a:t>
          </a:r>
          <a:r>
            <a:rPr lang="en-US" sz="1900" kern="1200"/>
            <a:t> </a:t>
          </a:r>
        </a:p>
      </dsp:txBody>
      <dsp:txXfrm>
        <a:off x="722840" y="1567527"/>
        <a:ext cx="9335559" cy="625835"/>
      </dsp:txXfrm>
    </dsp:sp>
    <dsp:sp modelId="{264084B0-1A03-4617-B9D2-32BB688ECFB9}">
      <dsp:nvSpPr>
        <dsp:cNvPr id="0" name=""/>
        <dsp:cNvSpPr/>
      </dsp:nvSpPr>
      <dsp:spPr>
        <a:xfrm>
          <a:off x="0" y="2349822"/>
          <a:ext cx="10058399" cy="62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482E10-6B36-4459-A1D7-C45F2B982446}">
      <dsp:nvSpPr>
        <dsp:cNvPr id="0" name=""/>
        <dsp:cNvSpPr/>
      </dsp:nvSpPr>
      <dsp:spPr>
        <a:xfrm>
          <a:off x="189315" y="2490635"/>
          <a:ext cx="344209" cy="344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272D89-CCAC-409E-AA8A-CAB757A5E138}">
      <dsp:nvSpPr>
        <dsp:cNvPr id="0" name=""/>
        <dsp:cNvSpPr/>
      </dsp:nvSpPr>
      <dsp:spPr>
        <a:xfrm>
          <a:off x="722840" y="2349822"/>
          <a:ext cx="9335559" cy="62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234" tIns="66234" rIns="66234" bIns="66234" numCol="1" spcCol="1270" anchor="ctr" anchorCtr="0">
          <a:noAutofit/>
        </a:bodyPr>
        <a:lstStyle/>
        <a:p>
          <a:pPr marL="0" lvl="0" indent="0" algn="l" defTabSz="844550">
            <a:lnSpc>
              <a:spcPct val="90000"/>
            </a:lnSpc>
            <a:spcBef>
              <a:spcPct val="0"/>
            </a:spcBef>
            <a:spcAft>
              <a:spcPct val="35000"/>
            </a:spcAft>
            <a:buNone/>
          </a:pPr>
          <a:r>
            <a:rPr lang="en-US" sz="1900" b="1" kern="1200"/>
            <a:t>Environment data</a:t>
          </a:r>
          <a:endParaRPr lang="en-US" sz="1900" kern="1200"/>
        </a:p>
      </dsp:txBody>
      <dsp:txXfrm>
        <a:off x="722840" y="2349822"/>
        <a:ext cx="9335559" cy="625835"/>
      </dsp:txXfrm>
    </dsp:sp>
    <dsp:sp modelId="{EA9167D4-FD7C-4BE6-BBC3-FF9E1E306D4B}">
      <dsp:nvSpPr>
        <dsp:cNvPr id="0" name=""/>
        <dsp:cNvSpPr/>
      </dsp:nvSpPr>
      <dsp:spPr>
        <a:xfrm>
          <a:off x="0" y="3132117"/>
          <a:ext cx="10058399" cy="6258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988875-4CAC-4F32-BF98-50B14EC90078}">
      <dsp:nvSpPr>
        <dsp:cNvPr id="0" name=""/>
        <dsp:cNvSpPr/>
      </dsp:nvSpPr>
      <dsp:spPr>
        <a:xfrm>
          <a:off x="189315" y="3272930"/>
          <a:ext cx="344209" cy="34420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D07DD1-AB53-4909-A3C0-3203A8A0B5F1}">
      <dsp:nvSpPr>
        <dsp:cNvPr id="0" name=""/>
        <dsp:cNvSpPr/>
      </dsp:nvSpPr>
      <dsp:spPr>
        <a:xfrm>
          <a:off x="722840" y="3132117"/>
          <a:ext cx="9335559" cy="62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234" tIns="66234" rIns="66234" bIns="66234" numCol="1" spcCol="1270" anchor="ctr" anchorCtr="0">
          <a:noAutofit/>
        </a:bodyPr>
        <a:lstStyle/>
        <a:p>
          <a:pPr marL="0" lvl="0" indent="0" algn="l" defTabSz="844550">
            <a:lnSpc>
              <a:spcPct val="90000"/>
            </a:lnSpc>
            <a:spcBef>
              <a:spcPct val="0"/>
            </a:spcBef>
            <a:spcAft>
              <a:spcPct val="35000"/>
            </a:spcAft>
            <a:buNone/>
          </a:pPr>
          <a:r>
            <a:rPr lang="en-US" sz="1900" b="1" kern="1200"/>
            <a:t>Resource data</a:t>
          </a:r>
          <a:r>
            <a:rPr lang="en-US" sz="1900" kern="1200"/>
            <a:t> </a:t>
          </a:r>
        </a:p>
      </dsp:txBody>
      <dsp:txXfrm>
        <a:off x="722840" y="3132117"/>
        <a:ext cx="9335559" cy="6258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7FAF3C-485E-4D67-AE2F-22FAAC2F67A0}">
      <dsp:nvSpPr>
        <dsp:cNvPr id="0" name=""/>
        <dsp:cNvSpPr/>
      </dsp:nvSpPr>
      <dsp:spPr>
        <a:xfrm>
          <a:off x="0" y="363762"/>
          <a:ext cx="6513603" cy="87516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When using CLI or SDK require to store Access keys in the system</a:t>
          </a:r>
        </a:p>
      </dsp:txBody>
      <dsp:txXfrm>
        <a:off x="42722" y="406484"/>
        <a:ext cx="6428159" cy="789716"/>
      </dsp:txXfrm>
    </dsp:sp>
    <dsp:sp modelId="{B37B65BB-CE9F-4F49-B02E-255971BAA5AB}">
      <dsp:nvSpPr>
        <dsp:cNvPr id="0" name=""/>
        <dsp:cNvSpPr/>
      </dsp:nvSpPr>
      <dsp:spPr>
        <a:xfrm>
          <a:off x="0" y="1302282"/>
          <a:ext cx="6513603" cy="87516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Not a good practice if keys need to be stored in EC2 instance or on a mobile phone</a:t>
          </a:r>
        </a:p>
      </dsp:txBody>
      <dsp:txXfrm>
        <a:off x="42722" y="1345004"/>
        <a:ext cx="6428159" cy="789716"/>
      </dsp:txXfrm>
    </dsp:sp>
    <dsp:sp modelId="{7C2F5886-DD94-48B4-BABB-D50301F7FF4F}">
      <dsp:nvSpPr>
        <dsp:cNvPr id="0" name=""/>
        <dsp:cNvSpPr/>
      </dsp:nvSpPr>
      <dsp:spPr>
        <a:xfrm>
          <a:off x="0" y="2240803"/>
          <a:ext cx="6513603" cy="87516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Roles allow access without need to store keys</a:t>
          </a:r>
        </a:p>
      </dsp:txBody>
      <dsp:txXfrm>
        <a:off x="42722" y="2283525"/>
        <a:ext cx="6428159" cy="789716"/>
      </dsp:txXfrm>
    </dsp:sp>
    <dsp:sp modelId="{7EBAF7B9-6932-4441-A4D5-44DED55163D1}">
      <dsp:nvSpPr>
        <dsp:cNvPr id="0" name=""/>
        <dsp:cNvSpPr/>
      </dsp:nvSpPr>
      <dsp:spPr>
        <a:xfrm>
          <a:off x="0" y="3179323"/>
          <a:ext cx="6513603" cy="87516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Roles allow us to attach policies to various AWS Services</a:t>
          </a:r>
        </a:p>
      </dsp:txBody>
      <dsp:txXfrm>
        <a:off x="42722" y="3222045"/>
        <a:ext cx="6428159" cy="789716"/>
      </dsp:txXfrm>
    </dsp:sp>
    <dsp:sp modelId="{EA4805A5-D96D-4765-A14A-6134EBE18EC5}">
      <dsp:nvSpPr>
        <dsp:cNvPr id="0" name=""/>
        <dsp:cNvSpPr/>
      </dsp:nvSpPr>
      <dsp:spPr>
        <a:xfrm>
          <a:off x="0" y="4054483"/>
          <a:ext cx="6513603"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EC2</a:t>
          </a:r>
        </a:p>
        <a:p>
          <a:pPr marL="171450" lvl="1" indent="-171450" algn="l" defTabSz="755650">
            <a:lnSpc>
              <a:spcPct val="90000"/>
            </a:lnSpc>
            <a:spcBef>
              <a:spcPct val="0"/>
            </a:spcBef>
            <a:spcAft>
              <a:spcPct val="20000"/>
            </a:spcAft>
            <a:buChar char="•"/>
          </a:pPr>
          <a:r>
            <a:rPr lang="en-US" sz="1700" kern="1200"/>
            <a:t>Lambda etc</a:t>
          </a:r>
        </a:p>
      </dsp:txBody>
      <dsp:txXfrm>
        <a:off x="0" y="4054483"/>
        <a:ext cx="6513603" cy="592020"/>
      </dsp:txXfrm>
    </dsp:sp>
    <dsp:sp modelId="{82E93A34-87E1-4453-B741-4B2747A19DF6}">
      <dsp:nvSpPr>
        <dsp:cNvPr id="0" name=""/>
        <dsp:cNvSpPr/>
      </dsp:nvSpPr>
      <dsp:spPr>
        <a:xfrm>
          <a:off x="0" y="4646503"/>
          <a:ext cx="6513603" cy="875160"/>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Roles are one of the security related best practices in AWS</a:t>
          </a:r>
        </a:p>
      </dsp:txBody>
      <dsp:txXfrm>
        <a:off x="42722" y="4689225"/>
        <a:ext cx="6428159" cy="7897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2/11/2026</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2/11/2026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a:t>
            </a:fld>
            <a:endParaRPr lang="en-US" noProof="0" dirty="0"/>
          </a:p>
        </p:txBody>
      </p:sp>
    </p:spTree>
    <p:extLst>
      <p:ext uri="{BB962C8B-B14F-4D97-AF65-F5344CB8AC3E}">
        <p14:creationId xmlns:p14="http://schemas.microsoft.com/office/powerpoint/2010/main" val="22787111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dirty="0"/>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1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
        <p:nvSpPr>
          <p:cNvPr id="3" name="Title 1">
            <a:extLst>
              <a:ext uri="{FF2B5EF4-FFF2-40B4-BE49-F238E27FC236}">
                <a16:creationId xmlns:a16="http://schemas.microsoft.com/office/drawing/2014/main" id="{80206913-4198-C5BA-6B13-02095EAA2B6F}"/>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dirty="0"/>
              <a:t>Add title here</a:t>
            </a:r>
          </a:p>
        </p:txBody>
      </p:sp>
      <p:sp>
        <p:nvSpPr>
          <p:cNvPr id="4" name="Text Placeholder 7">
            <a:extLst>
              <a:ext uri="{FF2B5EF4-FFF2-40B4-BE49-F238E27FC236}">
                <a16:creationId xmlns:a16="http://schemas.microsoft.com/office/drawing/2014/main" id="{F770BC68-C025-CE63-EEBA-5DC7ADC44D91}"/>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5" name="Text Placeholder 12">
            <a:extLst>
              <a:ext uri="{FF2B5EF4-FFF2-40B4-BE49-F238E27FC236}">
                <a16:creationId xmlns:a16="http://schemas.microsoft.com/office/drawing/2014/main" id="{2F993316-5D9D-6B5D-B678-3E0B84A3C0D2}"/>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1" name="Text Placeholder 7">
            <a:extLst>
              <a:ext uri="{FF2B5EF4-FFF2-40B4-BE49-F238E27FC236}">
                <a16:creationId xmlns:a16="http://schemas.microsoft.com/office/drawing/2014/main" id="{41C39372-CEC6-2265-7611-84F187C126B1}"/>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2" name="Text Placeholder 12">
            <a:extLst>
              <a:ext uri="{FF2B5EF4-FFF2-40B4-BE49-F238E27FC236}">
                <a16:creationId xmlns:a16="http://schemas.microsoft.com/office/drawing/2014/main" id="{5E13D63F-D0AC-7CD2-770C-6AB09F1BA68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8" name="Text Placeholder 7">
            <a:extLst>
              <a:ext uri="{FF2B5EF4-FFF2-40B4-BE49-F238E27FC236}">
                <a16:creationId xmlns:a16="http://schemas.microsoft.com/office/drawing/2014/main" id="{85BF73EF-490D-CA1C-DAD3-BACB141D0988}"/>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9" name="Text Placeholder 12">
            <a:extLst>
              <a:ext uri="{FF2B5EF4-FFF2-40B4-BE49-F238E27FC236}">
                <a16:creationId xmlns:a16="http://schemas.microsoft.com/office/drawing/2014/main" id="{B82C914D-7190-2AD0-228B-6DA13843762C}"/>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5" name="Text Placeholder 7">
            <a:extLst>
              <a:ext uri="{FF2B5EF4-FFF2-40B4-BE49-F238E27FC236}">
                <a16:creationId xmlns:a16="http://schemas.microsoft.com/office/drawing/2014/main" id="{DAE3299D-125C-8DBC-60F9-82920ADE34EB}"/>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26" name="Text Placeholder 12">
            <a:extLst>
              <a:ext uri="{FF2B5EF4-FFF2-40B4-BE49-F238E27FC236}">
                <a16:creationId xmlns:a16="http://schemas.microsoft.com/office/drawing/2014/main" id="{B84261D4-8740-689B-A5CA-C6442BC13E2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9" name="Text Placeholder 7">
            <a:extLst>
              <a:ext uri="{FF2B5EF4-FFF2-40B4-BE49-F238E27FC236}">
                <a16:creationId xmlns:a16="http://schemas.microsoft.com/office/drawing/2014/main" id="{7D4393D6-D866-E411-A222-2FE8B99C4D3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30" name="Text Placeholder 12">
            <a:extLst>
              <a:ext uri="{FF2B5EF4-FFF2-40B4-BE49-F238E27FC236}">
                <a16:creationId xmlns:a16="http://schemas.microsoft.com/office/drawing/2014/main" id="{94666BC0-682D-FE04-6EC3-AA81EA3F96FB}"/>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Tree>
    <p:extLst>
      <p:ext uri="{BB962C8B-B14F-4D97-AF65-F5344CB8AC3E}">
        <p14:creationId xmlns:p14="http://schemas.microsoft.com/office/powerpoint/2010/main" val="247370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6037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2095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769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354297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60012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241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Tree>
    <p:extLst>
      <p:ext uri="{BB962C8B-B14F-4D97-AF65-F5344CB8AC3E}">
        <p14:creationId xmlns:p14="http://schemas.microsoft.com/office/powerpoint/2010/main" val="141920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2053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8037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427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2681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8122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dirty="0"/>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Tree>
    <p:extLst>
      <p:ext uri="{BB962C8B-B14F-4D97-AF65-F5344CB8AC3E}">
        <p14:creationId xmlns:p14="http://schemas.microsoft.com/office/powerpoint/2010/main" val="46274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D6302-7BAC-4823-B417-F7E0594E65BD}"/>
              </a:ext>
            </a:extLst>
          </p:cNvPr>
          <p:cNvSpPr>
            <a:spLocks noGrp="1"/>
          </p:cNvSpPr>
          <p:nvPr>
            <p:ph type="title"/>
          </p:nvPr>
        </p:nvSpPr>
        <p:spPr/>
        <p:txBody>
          <a:bodyPr/>
          <a:lstStyle>
            <a:lvl1pPr>
              <a:defRPr>
                <a:latin typeface="Garamond" panose="020204040303010108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6C46EA7-34B8-41C1-BB23-8D9D58F1DDD0}"/>
              </a:ext>
            </a:extLst>
          </p:cNvPr>
          <p:cNvSpPr>
            <a:spLocks noGrp="1"/>
          </p:cNvSpPr>
          <p:nvPr>
            <p:ph idx="1"/>
          </p:nvPr>
        </p:nvSpPr>
        <p:spPr/>
        <p:txBody>
          <a:bodyPr/>
          <a:lstStyle>
            <a:lvl1pPr>
              <a:defRPr>
                <a:latin typeface="Garamond" panose="02020404030301010803" pitchFamily="18" charset="0"/>
              </a:defRPr>
            </a:lvl1pPr>
            <a:lvl2pPr>
              <a:defRPr>
                <a:latin typeface="Rockwell" panose="02060603020205020403" pitchFamily="18"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3633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9" r:id="rId5"/>
    <p:sldLayoutId id="2147483746" r:id="rId6"/>
    <p:sldLayoutId id="2147483747" r:id="rId7"/>
    <p:sldLayoutId id="2147483748" r:id="rId8"/>
    <p:sldLayoutId id="2147483750" r:id="rId9"/>
    <p:sldLayoutId id="2147483756" r:id="rId10"/>
    <p:sldLayoutId id="2147483751" r:id="rId11"/>
    <p:sldLayoutId id="2147483752" r:id="rId12"/>
    <p:sldLayoutId id="2147483754" r:id="rId13"/>
    <p:sldLayoutId id="2147483755" r:id="rId14"/>
    <p:sldLayoutId id="2147483753" r:id="rId15"/>
    <p:sldLayoutId id="2147483757" r:id="rId16"/>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0.jpg"/><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0.jpg"/><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643F50D-950F-5A7E-722A-79E4F5D31565}"/>
              </a:ext>
            </a:extLst>
          </p:cNvPr>
          <p:cNvSpPr>
            <a:spLocks noGrp="1"/>
          </p:cNvSpPr>
          <p:nvPr>
            <p:ph type="ctrTitle"/>
          </p:nvPr>
        </p:nvSpPr>
        <p:spPr>
          <a:xfrm>
            <a:off x="7119890" y="723440"/>
            <a:ext cx="4323426" cy="2579052"/>
          </a:xfrm>
        </p:spPr>
        <p:txBody>
          <a:bodyPr>
            <a:normAutofit fontScale="90000"/>
          </a:bodyPr>
          <a:lstStyle/>
          <a:p>
            <a:r>
              <a:rPr lang="en-US" dirty="0"/>
              <a:t>Identity &amp; Access Management</a:t>
            </a:r>
          </a:p>
        </p:txBody>
      </p:sp>
      <p:sp>
        <p:nvSpPr>
          <p:cNvPr id="96" name="Subtitle 95">
            <a:extLst>
              <a:ext uri="{FF2B5EF4-FFF2-40B4-BE49-F238E27FC236}">
                <a16:creationId xmlns:a16="http://schemas.microsoft.com/office/drawing/2014/main" id="{1C5A4B6C-BAC7-A685-A9B1-2F354B12832E}"/>
              </a:ext>
            </a:extLst>
          </p:cNvPr>
          <p:cNvSpPr>
            <a:spLocks noGrp="1"/>
          </p:cNvSpPr>
          <p:nvPr>
            <p:ph type="subTitle" idx="1"/>
          </p:nvPr>
        </p:nvSpPr>
        <p:spPr>
          <a:xfrm>
            <a:off x="7128152" y="5248834"/>
            <a:ext cx="4323426" cy="1008925"/>
          </a:xfrm>
        </p:spPr>
        <p:txBody>
          <a:bodyPr/>
          <a:lstStyle/>
          <a:p>
            <a:r>
              <a:rPr lang="en-US" dirty="0"/>
              <a:t>Presentation by: </a:t>
            </a:r>
          </a:p>
          <a:p>
            <a:r>
              <a:rPr lang="en-US" dirty="0"/>
              <a:t>S.Suresh</a:t>
            </a:r>
          </a:p>
          <a:p>
            <a:r>
              <a:rPr lang="en-US" dirty="0" err="1"/>
              <a:t>CloudSIKSHA</a:t>
            </a:r>
            <a:endParaRPr lang="en-US" dirty="0"/>
          </a:p>
        </p:txBody>
      </p:sp>
      <p:pic>
        <p:nvPicPr>
          <p:cNvPr id="82" name="Picture Placeholder 81" descr="A person standing in a hallway with a computer">
            <a:extLst>
              <a:ext uri="{FF2B5EF4-FFF2-40B4-BE49-F238E27FC236}">
                <a16:creationId xmlns:a16="http://schemas.microsoft.com/office/drawing/2014/main" id="{146F06CC-0FBA-25FB-03E4-AEA27BB636B2}"/>
              </a:ext>
            </a:extLst>
          </p:cNvPr>
          <p:cNvPicPr>
            <a:picLocks noGrp="1" noChangeAspect="1"/>
          </p:cNvPicPr>
          <p:nvPr>
            <p:ph type="pic" sz="quarter" idx="11"/>
          </p:nvPr>
        </p:nvPicPr>
        <p:blipFill>
          <a:blip r:embed="rId3"/>
          <a:srcRect l="1742" r="1742"/>
          <a:stretch/>
        </p:blipFill>
        <p:spPr>
          <a:xfrm>
            <a:off x="0" y="-2235"/>
            <a:ext cx="5840730" cy="6862275"/>
          </a:xfrm>
        </p:spPr>
      </p:pic>
      <p:sp>
        <p:nvSpPr>
          <p:cNvPr id="97" name="Text Placeholder 96">
            <a:extLst>
              <a:ext uri="{FF2B5EF4-FFF2-40B4-BE49-F238E27FC236}">
                <a16:creationId xmlns:a16="http://schemas.microsoft.com/office/drawing/2014/main" id="{2A924E96-9B1C-6D19-49F6-49CA70E65537}"/>
              </a:ext>
            </a:extLst>
          </p:cNvPr>
          <p:cNvSpPr>
            <a:spLocks noGrp="1"/>
          </p:cNvSpPr>
          <p:nvPr>
            <p:ph type="body" sz="quarter" idx="10"/>
          </p:nvPr>
        </p:nvSpPr>
        <p:spPr>
          <a:xfrm>
            <a:off x="7119274" y="3373515"/>
            <a:ext cx="4323426" cy="1008926"/>
          </a:xfrm>
        </p:spPr>
        <p:txBody>
          <a:bodyPr/>
          <a:lstStyle/>
          <a:p>
            <a:r>
              <a:rPr lang="en-US" dirty="0"/>
              <a:t>201</a:t>
            </a:r>
          </a:p>
        </p:txBody>
      </p:sp>
      <p:sp>
        <p:nvSpPr>
          <p:cNvPr id="53" name="Freeform: Shape 52">
            <a:extLst>
              <a:ext uri="{FF2B5EF4-FFF2-40B4-BE49-F238E27FC236}">
                <a16:creationId xmlns:a16="http://schemas.microsoft.com/office/drawing/2014/main" id="{D96C8D99-3232-849B-9CC8-6E4982208FEA}"/>
              </a:ext>
              <a:ext uri="{C183D7F6-B498-43B3-948B-1728B52AA6E4}">
                <adec:decorative xmlns:adec="http://schemas.microsoft.com/office/drawing/2017/decorative" val="1"/>
              </a:ext>
            </a:extLst>
          </p:cNvPr>
          <p:cNvSpPr/>
          <p:nvPr/>
        </p:nvSpPr>
        <p:spPr>
          <a:xfrm rot="10800000">
            <a:off x="3507757" y="-11160"/>
            <a:ext cx="2553080" cy="6858841"/>
          </a:xfrm>
          <a:custGeom>
            <a:avLst/>
            <a:gdLst>
              <a:gd name="connsiteX0" fmla="*/ 2526446 w 2553080"/>
              <a:gd name="connsiteY0" fmla="*/ 0 h 6858841"/>
              <a:gd name="connsiteX1" fmla="*/ 1707127 w 2553080"/>
              <a:gd name="connsiteY1" fmla="*/ 3182290 h 6858841"/>
              <a:gd name="connsiteX2" fmla="*/ 1365955 w 2553080"/>
              <a:gd name="connsiteY2" fmla="*/ 4453431 h 6858841"/>
              <a:gd name="connsiteX3" fmla="*/ 1182052 w 2553080"/>
              <a:gd name="connsiteY3" fmla="*/ 4538343 h 6858841"/>
              <a:gd name="connsiteX4" fmla="*/ 1070442 w 2553080"/>
              <a:gd name="connsiteY4" fmla="*/ 4344440 h 6858841"/>
              <a:gd name="connsiteX5" fmla="*/ 1329175 w 2553080"/>
              <a:gd name="connsiteY5" fmla="*/ 3390133 h 6858841"/>
              <a:gd name="connsiteX6" fmla="*/ 1311418 w 2553080"/>
              <a:gd name="connsiteY6" fmla="*/ 3250726 h 6858841"/>
              <a:gd name="connsiteX7" fmla="*/ 1199808 w 2553080"/>
              <a:gd name="connsiteY7" fmla="*/ 3164547 h 6858841"/>
              <a:gd name="connsiteX8" fmla="*/ 975320 w 2553080"/>
              <a:gd name="connsiteY8" fmla="*/ 3293816 h 6858841"/>
              <a:gd name="connsiteX9" fmla="*/ 582148 w 2553080"/>
              <a:gd name="connsiteY9" fmla="*/ 4743652 h 6858841"/>
              <a:gd name="connsiteX10" fmla="*/ 5073 w 2553080"/>
              <a:gd name="connsiteY10" fmla="*/ 6842367 h 6858841"/>
              <a:gd name="connsiteX11" fmla="*/ 0 w 2553080"/>
              <a:gd name="connsiteY11" fmla="*/ 6858842 h 6858841"/>
              <a:gd name="connsiteX12" fmla="*/ 26634 w 2553080"/>
              <a:gd name="connsiteY12" fmla="*/ 6858842 h 6858841"/>
              <a:gd name="connsiteX13" fmla="*/ 607514 w 2553080"/>
              <a:gd name="connsiteY13" fmla="*/ 4751256 h 6858841"/>
              <a:gd name="connsiteX14" fmla="*/ 1000686 w 2553080"/>
              <a:gd name="connsiteY14" fmla="*/ 3301420 h 6858841"/>
              <a:gd name="connsiteX15" fmla="*/ 1194735 w 2553080"/>
              <a:gd name="connsiteY15" fmla="*/ 3189894 h 6858841"/>
              <a:gd name="connsiteX16" fmla="*/ 1289857 w 2553080"/>
              <a:gd name="connsiteY16" fmla="*/ 3263399 h 6858841"/>
              <a:gd name="connsiteX17" fmla="*/ 1305077 w 2553080"/>
              <a:gd name="connsiteY17" fmla="*/ 3383797 h 6858841"/>
              <a:gd name="connsiteX18" fmla="*/ 1046345 w 2553080"/>
              <a:gd name="connsiteY18" fmla="*/ 4338103 h 6858841"/>
              <a:gd name="connsiteX19" fmla="*/ 1175711 w 2553080"/>
              <a:gd name="connsiteY19" fmla="*/ 4562423 h 6858841"/>
              <a:gd name="connsiteX20" fmla="*/ 1390053 w 2553080"/>
              <a:gd name="connsiteY20" fmla="*/ 4462303 h 6858841"/>
              <a:gd name="connsiteX21" fmla="*/ 1390053 w 2553080"/>
              <a:gd name="connsiteY21" fmla="*/ 4461035 h 6858841"/>
              <a:gd name="connsiteX22" fmla="*/ 1731225 w 2553080"/>
              <a:gd name="connsiteY22" fmla="*/ 3188627 h 6858841"/>
              <a:gd name="connsiteX23" fmla="*/ 2553081 w 2553080"/>
              <a:gd name="connsiteY23" fmla="*/ 1267 h 6858841"/>
              <a:gd name="connsiteX24" fmla="*/ 2526446 w 2553080"/>
              <a:gd name="connsiteY24" fmla="*/ 0 h 685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53080" h="6858841">
                <a:moveTo>
                  <a:pt x="2526446" y="0"/>
                </a:moveTo>
                <a:lnTo>
                  <a:pt x="1707127" y="3182290"/>
                </a:lnTo>
                <a:lnTo>
                  <a:pt x="1365955" y="4453431"/>
                </a:lnTo>
                <a:cubicBezTo>
                  <a:pt x="1332979" y="4523135"/>
                  <a:pt x="1255613" y="4558621"/>
                  <a:pt x="1182052" y="4538343"/>
                </a:cubicBezTo>
                <a:cubicBezTo>
                  <a:pt x="1098345" y="4515531"/>
                  <a:pt x="1047613" y="4428085"/>
                  <a:pt x="1070442" y="4344440"/>
                </a:cubicBezTo>
                <a:lnTo>
                  <a:pt x="1329175" y="3390133"/>
                </a:lnTo>
                <a:cubicBezTo>
                  <a:pt x="1341858" y="3343242"/>
                  <a:pt x="1335516" y="3293816"/>
                  <a:pt x="1311418" y="3250726"/>
                </a:cubicBezTo>
                <a:cubicBezTo>
                  <a:pt x="1287321" y="3207637"/>
                  <a:pt x="1248004" y="3177220"/>
                  <a:pt x="1199808" y="3164547"/>
                </a:cubicBezTo>
                <a:cubicBezTo>
                  <a:pt x="1102150" y="3137933"/>
                  <a:pt x="1000686" y="3196230"/>
                  <a:pt x="975320" y="3293816"/>
                </a:cubicBezTo>
                <a:lnTo>
                  <a:pt x="582148" y="4743652"/>
                </a:lnTo>
                <a:lnTo>
                  <a:pt x="5073" y="6842367"/>
                </a:lnTo>
                <a:cubicBezTo>
                  <a:pt x="5073" y="6842367"/>
                  <a:pt x="1268" y="6855040"/>
                  <a:pt x="0" y="6858842"/>
                </a:cubicBezTo>
                <a:lnTo>
                  <a:pt x="26634" y="6858842"/>
                </a:lnTo>
                <a:lnTo>
                  <a:pt x="607514" y="4751256"/>
                </a:lnTo>
                <a:lnTo>
                  <a:pt x="1000686" y="3301420"/>
                </a:lnTo>
                <a:cubicBezTo>
                  <a:pt x="1023515" y="3217775"/>
                  <a:pt x="1111028" y="3167082"/>
                  <a:pt x="1194735" y="3189894"/>
                </a:cubicBezTo>
                <a:cubicBezTo>
                  <a:pt x="1235321" y="3201300"/>
                  <a:pt x="1269565" y="3226647"/>
                  <a:pt x="1289857" y="3263399"/>
                </a:cubicBezTo>
                <a:cubicBezTo>
                  <a:pt x="1311418" y="3300152"/>
                  <a:pt x="1316492" y="3341975"/>
                  <a:pt x="1305077" y="3383797"/>
                </a:cubicBezTo>
                <a:lnTo>
                  <a:pt x="1046345" y="4338103"/>
                </a:lnTo>
                <a:cubicBezTo>
                  <a:pt x="1019710" y="4435689"/>
                  <a:pt x="1078052" y="4537076"/>
                  <a:pt x="1175711" y="4562423"/>
                </a:cubicBezTo>
                <a:cubicBezTo>
                  <a:pt x="1261955" y="4585235"/>
                  <a:pt x="1352004" y="4543413"/>
                  <a:pt x="1390053" y="4462303"/>
                </a:cubicBezTo>
                <a:lnTo>
                  <a:pt x="1390053" y="4461035"/>
                </a:lnTo>
                <a:lnTo>
                  <a:pt x="1731225" y="3188627"/>
                </a:lnTo>
                <a:lnTo>
                  <a:pt x="2553081" y="1267"/>
                </a:lnTo>
                <a:cubicBezTo>
                  <a:pt x="2544203" y="0"/>
                  <a:pt x="2535325" y="0"/>
                  <a:pt x="2526446" y="0"/>
                </a:cubicBezTo>
                <a:close/>
              </a:path>
            </a:pathLst>
          </a:custGeom>
          <a:solidFill>
            <a:schemeClr val="accent1"/>
          </a:solidFill>
          <a:ln w="9116" cap="flat">
            <a:noFill/>
            <a:prstDash val="solid"/>
            <a:miter/>
          </a:ln>
        </p:spPr>
        <p:txBody>
          <a:bodyPr rtlCol="0" anchor="ctr"/>
          <a:lstStyle/>
          <a:p>
            <a:endParaRPr lang="en-US" dirty="0"/>
          </a:p>
        </p:txBody>
      </p:sp>
    </p:spTree>
    <p:extLst>
      <p:ext uri="{BB962C8B-B14F-4D97-AF65-F5344CB8AC3E}">
        <p14:creationId xmlns:p14="http://schemas.microsoft.com/office/powerpoint/2010/main" val="350397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B07BD5-B342-4A6F-9B3D-D2F31DF6F360}"/>
              </a:ext>
            </a:extLst>
          </p:cNvPr>
          <p:cNvSpPr>
            <a:spLocks noGrp="1"/>
          </p:cNvSpPr>
          <p:nvPr>
            <p:ph type="title"/>
          </p:nvPr>
        </p:nvSpPr>
        <p:spPr>
          <a:xfrm>
            <a:off x="1097280" y="286603"/>
            <a:ext cx="10058400" cy="1450757"/>
          </a:xfrm>
        </p:spPr>
        <p:txBody>
          <a:bodyPr anchor="b">
            <a:normAutofit/>
          </a:bodyPr>
          <a:lstStyle/>
          <a:p>
            <a:r>
              <a:rPr lang="en-US"/>
              <a:t>IAM</a:t>
            </a:r>
          </a:p>
        </p:txBody>
      </p:sp>
      <p:graphicFrame>
        <p:nvGraphicFramePr>
          <p:cNvPr id="19" name="Content Placeholder 4">
            <a:extLst>
              <a:ext uri="{FF2B5EF4-FFF2-40B4-BE49-F238E27FC236}">
                <a16:creationId xmlns:a16="http://schemas.microsoft.com/office/drawing/2014/main" id="{1E915518-6EC3-47FC-87C0-913EC12393D9}"/>
              </a:ext>
            </a:extLst>
          </p:cNvPr>
          <p:cNvGraphicFramePr>
            <a:graphicFrameLocks noGrp="1"/>
          </p:cNvGraphicFramePr>
          <p:nvPr>
            <p:ph idx="1"/>
            <p:extLst>
              <p:ext uri="{D42A27DB-BD31-4B8C-83A1-F6EECF244321}">
                <p14:modId xmlns:p14="http://schemas.microsoft.com/office/powerpoint/2010/main" val="2321797544"/>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9185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2CA0-9488-4FFB-9728-BA4BECE3FCAF}"/>
              </a:ext>
            </a:extLst>
          </p:cNvPr>
          <p:cNvSpPr>
            <a:spLocks noGrp="1"/>
          </p:cNvSpPr>
          <p:nvPr>
            <p:ph type="ctrTitle"/>
          </p:nvPr>
        </p:nvSpPr>
        <p:spPr>
          <a:xfrm>
            <a:off x="6970326" y="1679216"/>
            <a:ext cx="4786877" cy="1518315"/>
          </a:xfrm>
        </p:spPr>
        <p:txBody>
          <a:bodyPr anchor="b">
            <a:normAutofit/>
          </a:bodyPr>
          <a:lstStyle/>
          <a:p>
            <a:r>
              <a:rPr lang="en-US" sz="5100"/>
              <a:t>Authentication	</a:t>
            </a:r>
          </a:p>
        </p:txBody>
      </p:sp>
      <p:pic>
        <p:nvPicPr>
          <p:cNvPr id="49" name="Picture 48" descr="Padlock on computer motherboard">
            <a:extLst>
              <a:ext uri="{FF2B5EF4-FFF2-40B4-BE49-F238E27FC236}">
                <a16:creationId xmlns:a16="http://schemas.microsoft.com/office/drawing/2014/main" id="{E223E0F4-93C5-59A6-9934-46282C3771A2}"/>
              </a:ext>
            </a:extLst>
          </p:cNvPr>
          <p:cNvPicPr>
            <a:picLocks noChangeAspect="1"/>
          </p:cNvPicPr>
          <p:nvPr/>
        </p:nvPicPr>
        <p:blipFill>
          <a:blip r:embed="rId2"/>
          <a:srcRect l="5224" r="28578" b="-2"/>
          <a:stretch>
            <a:fillRect/>
          </a:stretch>
        </p:blipFill>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noFill/>
          <a:ln>
            <a:noFill/>
          </a:ln>
        </p:spPr>
      </p:pic>
      <p:sp>
        <p:nvSpPr>
          <p:cNvPr id="47" name="Content Placeholder 2">
            <a:extLst>
              <a:ext uri="{FF2B5EF4-FFF2-40B4-BE49-F238E27FC236}">
                <a16:creationId xmlns:a16="http://schemas.microsoft.com/office/drawing/2014/main" id="{FC9EAC84-E68E-4D52-B7BF-65C20CC91D27}"/>
              </a:ext>
            </a:extLst>
          </p:cNvPr>
          <p:cNvSpPr>
            <a:spLocks noGrp="1"/>
          </p:cNvSpPr>
          <p:nvPr>
            <p:ph type="body" sz="quarter" idx="12"/>
          </p:nvPr>
        </p:nvSpPr>
        <p:spPr>
          <a:xfrm>
            <a:off x="6970326" y="3748958"/>
            <a:ext cx="4786878" cy="2258013"/>
          </a:xfrm>
        </p:spPr>
        <p:txBody>
          <a:bodyPr>
            <a:normAutofit/>
          </a:bodyPr>
          <a:lstStyle/>
          <a:p>
            <a:r>
              <a:rPr lang="en-US"/>
              <a:t>Login and Password for console user</a:t>
            </a:r>
          </a:p>
          <a:p>
            <a:r>
              <a:rPr lang="en-US"/>
              <a:t>MFA for additional protection</a:t>
            </a:r>
          </a:p>
          <a:p>
            <a:r>
              <a:rPr lang="en-US"/>
              <a:t>Access Key &amp; Secret Access Key for APIs</a:t>
            </a:r>
          </a:p>
          <a:p>
            <a:pPr lvl="1"/>
            <a:r>
              <a:rPr lang="en-US" sz="1600"/>
              <a:t>CLI</a:t>
            </a:r>
          </a:p>
          <a:p>
            <a:pPr lvl="1"/>
            <a:r>
              <a:rPr lang="en-US" sz="1600"/>
              <a:t>SDK</a:t>
            </a:r>
          </a:p>
          <a:p>
            <a:r>
              <a:rPr lang="en-US"/>
              <a:t>Federation using SAML 2.0</a:t>
            </a:r>
          </a:p>
          <a:p>
            <a:r>
              <a:rPr lang="en-US"/>
              <a:t>Web Identity Federation</a:t>
            </a:r>
          </a:p>
          <a:p>
            <a:r>
              <a:rPr lang="en-US"/>
              <a:t>AWS Single Sign On (SSO)</a:t>
            </a:r>
          </a:p>
        </p:txBody>
      </p:sp>
    </p:spTree>
    <p:extLst>
      <p:ext uri="{BB962C8B-B14F-4D97-AF65-F5344CB8AC3E}">
        <p14:creationId xmlns:p14="http://schemas.microsoft.com/office/powerpoint/2010/main" val="1003940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0C28-9945-4BD4-BAEC-8E2E078EF1CA}"/>
              </a:ext>
            </a:extLst>
          </p:cNvPr>
          <p:cNvSpPr>
            <a:spLocks noGrp="1"/>
          </p:cNvSpPr>
          <p:nvPr>
            <p:ph type="ctrTitle"/>
          </p:nvPr>
        </p:nvSpPr>
        <p:spPr>
          <a:xfrm>
            <a:off x="6970326" y="1679216"/>
            <a:ext cx="4786877" cy="1518315"/>
          </a:xfrm>
        </p:spPr>
        <p:txBody>
          <a:bodyPr anchor="b">
            <a:normAutofit/>
          </a:bodyPr>
          <a:lstStyle/>
          <a:p>
            <a:r>
              <a:rPr lang="en-US" sz="5100"/>
              <a:t>Authorization</a:t>
            </a:r>
          </a:p>
        </p:txBody>
      </p:sp>
      <p:pic>
        <p:nvPicPr>
          <p:cNvPr id="5" name="Picture 4" descr="Pen placed on top of a signature line">
            <a:extLst>
              <a:ext uri="{FF2B5EF4-FFF2-40B4-BE49-F238E27FC236}">
                <a16:creationId xmlns:a16="http://schemas.microsoft.com/office/drawing/2014/main" id="{FE3521D7-5738-5999-4CB3-AD4EE379D97D}"/>
              </a:ext>
            </a:extLst>
          </p:cNvPr>
          <p:cNvPicPr>
            <a:picLocks noChangeAspect="1"/>
          </p:cNvPicPr>
          <p:nvPr/>
        </p:nvPicPr>
        <p:blipFill>
          <a:blip r:embed="rId2"/>
          <a:srcRect l="33804" r="-2" b="-2"/>
          <a:stretch>
            <a:fillRect/>
          </a:stretch>
        </p:blipFill>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noFill/>
          <a:ln>
            <a:noFill/>
          </a:ln>
        </p:spPr>
      </p:pic>
      <p:sp>
        <p:nvSpPr>
          <p:cNvPr id="3" name="Content Placeholder 2">
            <a:extLst>
              <a:ext uri="{FF2B5EF4-FFF2-40B4-BE49-F238E27FC236}">
                <a16:creationId xmlns:a16="http://schemas.microsoft.com/office/drawing/2014/main" id="{78B1A3EF-19E6-43EA-A0E9-2D05978CB7DF}"/>
              </a:ext>
            </a:extLst>
          </p:cNvPr>
          <p:cNvSpPr>
            <a:spLocks noGrp="1"/>
          </p:cNvSpPr>
          <p:nvPr>
            <p:ph type="body" sz="quarter" idx="12"/>
          </p:nvPr>
        </p:nvSpPr>
        <p:spPr>
          <a:xfrm>
            <a:off x="6970326" y="3748958"/>
            <a:ext cx="4786878" cy="2258013"/>
          </a:xfrm>
        </p:spPr>
        <p:txBody>
          <a:bodyPr>
            <a:normAutofit/>
          </a:bodyPr>
          <a:lstStyle/>
          <a:p>
            <a:r>
              <a:rPr lang="en-US"/>
              <a:t>Policies</a:t>
            </a:r>
          </a:p>
          <a:p>
            <a:pPr lvl="1"/>
            <a:r>
              <a:rPr lang="en-US" sz="1600"/>
              <a:t>Role Based Access Control</a:t>
            </a:r>
          </a:p>
          <a:p>
            <a:pPr lvl="1"/>
            <a:r>
              <a:rPr lang="en-US" sz="1600"/>
              <a:t>Attribute Based Access Control</a:t>
            </a:r>
          </a:p>
          <a:p>
            <a:r>
              <a:rPr lang="en-US"/>
              <a:t>Roles</a:t>
            </a:r>
          </a:p>
        </p:txBody>
      </p:sp>
    </p:spTree>
    <p:extLst>
      <p:ext uri="{BB962C8B-B14F-4D97-AF65-F5344CB8AC3E}">
        <p14:creationId xmlns:p14="http://schemas.microsoft.com/office/powerpoint/2010/main" val="2964641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CE61C-ED93-489D-BA32-5643C8D00AF1}"/>
              </a:ext>
            </a:extLst>
          </p:cNvPr>
          <p:cNvSpPr>
            <a:spLocks noGrp="1"/>
          </p:cNvSpPr>
          <p:nvPr>
            <p:ph type="ctrTitle"/>
          </p:nvPr>
        </p:nvSpPr>
        <p:spPr>
          <a:xfrm>
            <a:off x="6970326" y="1679216"/>
            <a:ext cx="4786877" cy="1518315"/>
          </a:xfrm>
        </p:spPr>
        <p:txBody>
          <a:bodyPr anchor="b">
            <a:normAutofit/>
          </a:bodyPr>
          <a:lstStyle/>
          <a:p>
            <a:r>
              <a:rPr lang="en-US"/>
              <a:t>Policies</a:t>
            </a:r>
          </a:p>
        </p:txBody>
      </p:sp>
      <p:sp>
        <p:nvSpPr>
          <p:cNvPr id="17" name="Content Placeholder 4">
            <a:extLst>
              <a:ext uri="{FF2B5EF4-FFF2-40B4-BE49-F238E27FC236}">
                <a16:creationId xmlns:a16="http://schemas.microsoft.com/office/drawing/2014/main" id="{2C98AE55-C3D4-4626-976A-386F91FB91D9}"/>
              </a:ext>
            </a:extLst>
          </p:cNvPr>
          <p:cNvSpPr>
            <a:spLocks noGrp="1"/>
          </p:cNvSpPr>
          <p:nvPr>
            <p:ph type="body" sz="quarter" idx="12"/>
          </p:nvPr>
        </p:nvSpPr>
        <p:spPr>
          <a:xfrm>
            <a:off x="6970326" y="3748958"/>
            <a:ext cx="4786878" cy="2258013"/>
          </a:xfrm>
        </p:spPr>
        <p:txBody>
          <a:bodyPr>
            <a:normAutofit/>
          </a:bodyPr>
          <a:lstStyle/>
          <a:p>
            <a:pPr>
              <a:lnSpc>
                <a:spcPct val="90000"/>
              </a:lnSpc>
            </a:pPr>
            <a:r>
              <a:rPr lang="en-US"/>
              <a:t>Identity Based Policies</a:t>
            </a:r>
          </a:p>
          <a:p>
            <a:pPr lvl="1">
              <a:lnSpc>
                <a:spcPct val="90000"/>
              </a:lnSpc>
            </a:pPr>
            <a:r>
              <a:rPr lang="en-US" sz="1600"/>
              <a:t>Attached to IAM User</a:t>
            </a:r>
          </a:p>
          <a:p>
            <a:pPr>
              <a:lnSpc>
                <a:spcPct val="90000"/>
              </a:lnSpc>
            </a:pPr>
            <a:r>
              <a:rPr lang="en-US"/>
              <a:t>Resource Based Policies</a:t>
            </a:r>
          </a:p>
          <a:p>
            <a:pPr lvl="1">
              <a:lnSpc>
                <a:spcPct val="90000"/>
              </a:lnSpc>
            </a:pPr>
            <a:r>
              <a:rPr lang="en-US" sz="1600"/>
              <a:t>Attached to the Resource </a:t>
            </a:r>
          </a:p>
          <a:p>
            <a:pPr>
              <a:lnSpc>
                <a:spcPct val="90000"/>
              </a:lnSpc>
            </a:pPr>
            <a:r>
              <a:rPr lang="en-US"/>
              <a:t>IAM Permission boundaries</a:t>
            </a:r>
          </a:p>
          <a:p>
            <a:pPr lvl="1">
              <a:lnSpc>
                <a:spcPct val="90000"/>
              </a:lnSpc>
            </a:pPr>
            <a:r>
              <a:rPr lang="en-US" sz="1600"/>
              <a:t> Maximum permissions that an identity-based policy can grant to an IAM entity </a:t>
            </a:r>
          </a:p>
          <a:p>
            <a:pPr>
              <a:lnSpc>
                <a:spcPct val="90000"/>
              </a:lnSpc>
            </a:pPr>
            <a:r>
              <a:rPr lang="en-US"/>
              <a:t>Organization Service Control Policy (SCP)</a:t>
            </a:r>
          </a:p>
          <a:p>
            <a:pPr>
              <a:lnSpc>
                <a:spcPct val="90000"/>
              </a:lnSpc>
            </a:pPr>
            <a:r>
              <a:rPr lang="en-US"/>
              <a:t>Session Policies</a:t>
            </a:r>
          </a:p>
        </p:txBody>
      </p:sp>
      <p:pic>
        <p:nvPicPr>
          <p:cNvPr id="2" name="Picture Placeholder 13" descr="A hand holding a wire">
            <a:extLst>
              <a:ext uri="{FF2B5EF4-FFF2-40B4-BE49-F238E27FC236}">
                <a16:creationId xmlns:a16="http://schemas.microsoft.com/office/drawing/2014/main" id="{CB218253-E6C0-32E2-60E2-B462C9C6DC97}"/>
              </a:ext>
            </a:extLst>
          </p:cNvPr>
          <p:cNvPicPr>
            <a:picLocks noGrp="1" noChangeAspect="1"/>
          </p:cNvPicPr>
          <p:nvPr>
            <p:ph type="pic" sz="quarter" idx="11"/>
          </p:nvPr>
        </p:nvPicPr>
        <p:blipFill>
          <a:blip r:embed="rId2"/>
          <a:srcRect t="8274" b="8274"/>
          <a:stretch/>
        </p:blipFill>
        <p:spPr>
          <a:xfrm flipH="1">
            <a:off x="-30163" y="-1588"/>
            <a:ext cx="6815138" cy="6870701"/>
          </a:xfrm>
        </p:spPr>
      </p:pic>
    </p:spTree>
    <p:extLst>
      <p:ext uri="{BB962C8B-B14F-4D97-AF65-F5344CB8AC3E}">
        <p14:creationId xmlns:p14="http://schemas.microsoft.com/office/powerpoint/2010/main" val="1916978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79B8E-860A-4CBC-A724-9641BA9446A4}"/>
              </a:ext>
            </a:extLst>
          </p:cNvPr>
          <p:cNvSpPr>
            <a:spLocks noGrp="1"/>
          </p:cNvSpPr>
          <p:nvPr>
            <p:ph type="ctrTitle"/>
          </p:nvPr>
        </p:nvSpPr>
        <p:spPr>
          <a:xfrm>
            <a:off x="6970326" y="1679216"/>
            <a:ext cx="4786877" cy="1518315"/>
          </a:xfrm>
        </p:spPr>
        <p:txBody>
          <a:bodyPr anchor="b">
            <a:normAutofit/>
          </a:bodyPr>
          <a:lstStyle/>
          <a:p>
            <a:r>
              <a:rPr lang="en-US" sz="5100"/>
              <a:t>Identity Based Policies</a:t>
            </a:r>
          </a:p>
        </p:txBody>
      </p:sp>
      <p:pic>
        <p:nvPicPr>
          <p:cNvPr id="5" name="Picture 4" descr="Pen placed on top of a signature line">
            <a:extLst>
              <a:ext uri="{FF2B5EF4-FFF2-40B4-BE49-F238E27FC236}">
                <a16:creationId xmlns:a16="http://schemas.microsoft.com/office/drawing/2014/main" id="{370DA9E2-E38E-6173-FEFD-A1BECE52B9A8}"/>
              </a:ext>
            </a:extLst>
          </p:cNvPr>
          <p:cNvPicPr>
            <a:picLocks noChangeAspect="1"/>
          </p:cNvPicPr>
          <p:nvPr/>
        </p:nvPicPr>
        <p:blipFill>
          <a:blip r:embed="rId2"/>
          <a:srcRect l="33804" r="-2" b="-2"/>
          <a:stretch>
            <a:fillRect/>
          </a:stretch>
        </p:blipFill>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noFill/>
          <a:ln>
            <a:noFill/>
          </a:ln>
        </p:spPr>
      </p:pic>
      <p:sp>
        <p:nvSpPr>
          <p:cNvPr id="3" name="Content Placeholder 2">
            <a:extLst>
              <a:ext uri="{FF2B5EF4-FFF2-40B4-BE49-F238E27FC236}">
                <a16:creationId xmlns:a16="http://schemas.microsoft.com/office/drawing/2014/main" id="{D13DB6AA-4552-457C-997E-22116228FCD1}"/>
              </a:ext>
            </a:extLst>
          </p:cNvPr>
          <p:cNvSpPr>
            <a:spLocks noGrp="1"/>
          </p:cNvSpPr>
          <p:nvPr>
            <p:ph type="body" sz="quarter" idx="12"/>
          </p:nvPr>
        </p:nvSpPr>
        <p:spPr>
          <a:xfrm>
            <a:off x="6970326" y="3748958"/>
            <a:ext cx="4786878" cy="2258013"/>
          </a:xfrm>
        </p:spPr>
        <p:txBody>
          <a:bodyPr>
            <a:normAutofit/>
          </a:bodyPr>
          <a:lstStyle/>
          <a:p>
            <a:pPr>
              <a:lnSpc>
                <a:spcPct val="90000"/>
              </a:lnSpc>
            </a:pPr>
            <a:r>
              <a:rPr lang="en-US" sz="1100" dirty="0"/>
              <a:t>Identity-based policies are JSON permissions policy documents that control what actions an identity (users, groups of users, and roles) can perform, on which resources, and under what conditions</a:t>
            </a:r>
            <a:r>
              <a:rPr lang="en-US" sz="1100"/>
              <a:t>. </a:t>
            </a:r>
          </a:p>
          <a:p>
            <a:pPr>
              <a:lnSpc>
                <a:spcPct val="90000"/>
              </a:lnSpc>
            </a:pPr>
            <a:endParaRPr lang="en-US" sz="1100" dirty="0"/>
          </a:p>
          <a:p>
            <a:pPr>
              <a:lnSpc>
                <a:spcPct val="90000"/>
              </a:lnSpc>
            </a:pPr>
            <a:r>
              <a:rPr lang="en-US" sz="1100" dirty="0"/>
              <a:t>Managed Policies</a:t>
            </a:r>
          </a:p>
          <a:p>
            <a:pPr lvl="1">
              <a:lnSpc>
                <a:spcPct val="90000"/>
              </a:lnSpc>
            </a:pPr>
            <a:r>
              <a:rPr lang="en-US" sz="1100" dirty="0"/>
              <a:t>AWS Managed</a:t>
            </a:r>
          </a:p>
          <a:p>
            <a:pPr lvl="1">
              <a:lnSpc>
                <a:spcPct val="90000"/>
              </a:lnSpc>
            </a:pPr>
            <a:r>
              <a:rPr lang="en-US" sz="1100" dirty="0"/>
              <a:t>Customer Managed</a:t>
            </a:r>
          </a:p>
          <a:p>
            <a:pPr>
              <a:lnSpc>
                <a:spcPct val="90000"/>
              </a:lnSpc>
            </a:pPr>
            <a:r>
              <a:rPr lang="en-US" sz="1100" dirty="0"/>
              <a:t>Inline Policies</a:t>
            </a:r>
          </a:p>
          <a:p>
            <a:pPr lvl="1">
              <a:lnSpc>
                <a:spcPct val="90000"/>
              </a:lnSpc>
            </a:pPr>
            <a:r>
              <a:rPr lang="en-US" sz="1100" dirty="0"/>
              <a:t>Policies that you add directly to a single user, group, or role</a:t>
            </a:r>
          </a:p>
          <a:p>
            <a:pPr lvl="1">
              <a:lnSpc>
                <a:spcPct val="90000"/>
              </a:lnSpc>
            </a:pPr>
            <a:r>
              <a:rPr lang="en-US" sz="1100" dirty="0"/>
              <a:t>Inline policies maintain a strict one-to-one relationship between a policy and an identity </a:t>
            </a:r>
          </a:p>
          <a:p>
            <a:pPr lvl="1">
              <a:lnSpc>
                <a:spcPct val="90000"/>
              </a:lnSpc>
            </a:pPr>
            <a:r>
              <a:rPr lang="en-US" sz="1100" dirty="0"/>
              <a:t>They are deleted when you delete the identity</a:t>
            </a:r>
          </a:p>
        </p:txBody>
      </p:sp>
    </p:spTree>
    <p:extLst>
      <p:ext uri="{BB962C8B-B14F-4D97-AF65-F5344CB8AC3E}">
        <p14:creationId xmlns:p14="http://schemas.microsoft.com/office/powerpoint/2010/main" val="2811053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7DDB-EF5D-4755-8A48-3FAE2F4711F1}"/>
              </a:ext>
            </a:extLst>
          </p:cNvPr>
          <p:cNvSpPr>
            <a:spLocks noGrp="1"/>
          </p:cNvSpPr>
          <p:nvPr>
            <p:ph type="ctrTitle"/>
          </p:nvPr>
        </p:nvSpPr>
        <p:spPr>
          <a:xfrm>
            <a:off x="7119890" y="723440"/>
            <a:ext cx="4323426" cy="2579052"/>
          </a:xfrm>
        </p:spPr>
        <p:txBody>
          <a:bodyPr vert="horz" lIns="91440" tIns="45720" rIns="91440" bIns="45720" rtlCol="0" anchor="b">
            <a:normAutofit/>
          </a:bodyPr>
          <a:lstStyle/>
          <a:p>
            <a:r>
              <a:rPr lang="en-US" kern="1200"/>
              <a:t>Customer Managed Policies</a:t>
            </a:r>
          </a:p>
        </p:txBody>
      </p:sp>
      <p:pic>
        <p:nvPicPr>
          <p:cNvPr id="4" name="Content Placeholder 3">
            <a:extLst>
              <a:ext uri="{FF2B5EF4-FFF2-40B4-BE49-F238E27FC236}">
                <a16:creationId xmlns:a16="http://schemas.microsoft.com/office/drawing/2014/main" id="{120135CB-496C-4659-9DA0-324C3B193472}"/>
              </a:ext>
            </a:extLst>
          </p:cNvPr>
          <p:cNvPicPr>
            <a:picLocks noGrp="1" noChangeAspect="1"/>
          </p:cNvPicPr>
          <p:nvPr>
            <p:ph type="pic" sz="quarter" idx="11"/>
          </p:nvPr>
        </p:nvPicPr>
        <p:blipFill rotWithShape="1">
          <a:blip r:embed="rId2"/>
          <a:srcRect t="11958" r="1" b="4624"/>
          <a:stretch>
            <a:fillRect/>
          </a:stretch>
        </p:blipFill>
        <p:spPr>
          <a:xfrm>
            <a:off x="20" y="-2235"/>
            <a:ext cx="5840710" cy="6862275"/>
          </a:xfrm>
          <a:prstGeom prst="rect">
            <a:avLst/>
          </a:prstGeom>
          <a:noFill/>
        </p:spPr>
      </p:pic>
    </p:spTree>
    <p:extLst>
      <p:ext uri="{BB962C8B-B14F-4D97-AF65-F5344CB8AC3E}">
        <p14:creationId xmlns:p14="http://schemas.microsoft.com/office/powerpoint/2010/main" val="4126685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B9682-334A-4C01-8FEF-5EB2760EBA39}"/>
              </a:ext>
            </a:extLst>
          </p:cNvPr>
          <p:cNvSpPr>
            <a:spLocks noGrp="1"/>
          </p:cNvSpPr>
          <p:nvPr>
            <p:ph type="ctrTitle"/>
          </p:nvPr>
        </p:nvSpPr>
        <p:spPr>
          <a:xfrm>
            <a:off x="6970326" y="1679216"/>
            <a:ext cx="4786877" cy="1518315"/>
          </a:xfrm>
        </p:spPr>
        <p:txBody>
          <a:bodyPr vert="horz" lIns="91440" tIns="45720" rIns="91440" bIns="45720" rtlCol="0" anchor="b">
            <a:normAutofit/>
          </a:bodyPr>
          <a:lstStyle/>
          <a:p>
            <a:r>
              <a:rPr lang="en-US" sz="5600" kern="1200"/>
              <a:t>Inline Policies</a:t>
            </a:r>
          </a:p>
        </p:txBody>
      </p:sp>
      <p:pic>
        <p:nvPicPr>
          <p:cNvPr id="4" name="Content Placeholder 3">
            <a:extLst>
              <a:ext uri="{FF2B5EF4-FFF2-40B4-BE49-F238E27FC236}">
                <a16:creationId xmlns:a16="http://schemas.microsoft.com/office/drawing/2014/main" id="{F9B22F79-886E-4D1C-9528-E1843FE6E4F8}"/>
              </a:ext>
            </a:extLst>
          </p:cNvPr>
          <p:cNvPicPr>
            <a:picLocks noGrp="1" noChangeAspect="1"/>
          </p:cNvPicPr>
          <p:nvPr>
            <p:ph type="pic" sz="quarter" idx="11"/>
          </p:nvPr>
        </p:nvPicPr>
        <p:blipFill rotWithShape="1">
          <a:blip r:embed="rId2"/>
          <a:srcRect t="14054" r="1" b="2001"/>
          <a:stretch>
            <a:fillRect/>
          </a:stretch>
        </p:blipFill>
        <p:spPr>
          <a:xfrm>
            <a:off x="-29499" y="-2236"/>
            <a:ext cx="6814124" cy="6871095"/>
          </a:xfrm>
          <a:prstGeom prst="rect">
            <a:avLst/>
          </a:prstGeom>
          <a:noFill/>
        </p:spPr>
      </p:pic>
    </p:spTree>
    <p:extLst>
      <p:ext uri="{BB962C8B-B14F-4D97-AF65-F5344CB8AC3E}">
        <p14:creationId xmlns:p14="http://schemas.microsoft.com/office/powerpoint/2010/main" val="3277437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F2328-FCF7-4374-8651-93F2550D7D3B}"/>
              </a:ext>
            </a:extLst>
          </p:cNvPr>
          <p:cNvSpPr>
            <a:spLocks noGrp="1"/>
          </p:cNvSpPr>
          <p:nvPr>
            <p:ph type="ctrTitle"/>
          </p:nvPr>
        </p:nvSpPr>
        <p:spPr>
          <a:xfrm>
            <a:off x="6970326" y="1679216"/>
            <a:ext cx="4786877" cy="1518315"/>
          </a:xfrm>
        </p:spPr>
        <p:txBody>
          <a:bodyPr anchor="b">
            <a:normAutofit/>
          </a:bodyPr>
          <a:lstStyle/>
          <a:p>
            <a:r>
              <a:rPr lang="en-US" sz="5100"/>
              <a:t>Resource Based Policies</a:t>
            </a:r>
          </a:p>
        </p:txBody>
      </p:sp>
      <p:pic>
        <p:nvPicPr>
          <p:cNvPr id="5" name="Picture Placeholder 4">
            <a:extLst>
              <a:ext uri="{FF2B5EF4-FFF2-40B4-BE49-F238E27FC236}">
                <a16:creationId xmlns:a16="http://schemas.microsoft.com/office/drawing/2014/main" id="{2DE43C66-4539-FF43-445D-D707B5D7E58C}"/>
              </a:ext>
            </a:extLst>
          </p:cNvPr>
          <p:cNvPicPr>
            <a:picLocks noGrp="1" noChangeAspect="1"/>
          </p:cNvPicPr>
          <p:nvPr>
            <p:ph type="pic" sz="quarter" idx="11"/>
          </p:nvPr>
        </p:nvPicPr>
        <p:blipFill>
          <a:blip r:embed="rId2"/>
          <a:srcRect l="16957" r="16957"/>
          <a:stretch>
            <a:fillRect/>
          </a:stretch>
        </p:blipFill>
        <p:spPr>
          <a:xfrm>
            <a:off x="-30163" y="-1588"/>
            <a:ext cx="6815138" cy="6870701"/>
          </a:xfrm>
        </p:spPr>
      </p:pic>
      <p:sp>
        <p:nvSpPr>
          <p:cNvPr id="3" name="Content Placeholder 2">
            <a:extLst>
              <a:ext uri="{FF2B5EF4-FFF2-40B4-BE49-F238E27FC236}">
                <a16:creationId xmlns:a16="http://schemas.microsoft.com/office/drawing/2014/main" id="{A764641E-1515-446E-810F-9E5A5C59F6E9}"/>
              </a:ext>
            </a:extLst>
          </p:cNvPr>
          <p:cNvSpPr>
            <a:spLocks noGrp="1"/>
          </p:cNvSpPr>
          <p:nvPr>
            <p:ph type="body" sz="quarter" idx="12"/>
          </p:nvPr>
        </p:nvSpPr>
        <p:spPr>
          <a:xfrm>
            <a:off x="6970326" y="3748958"/>
            <a:ext cx="4786878" cy="2258013"/>
          </a:xfrm>
        </p:spPr>
        <p:txBody>
          <a:bodyPr>
            <a:normAutofit/>
          </a:bodyPr>
          <a:lstStyle/>
          <a:p>
            <a:pPr>
              <a:lnSpc>
                <a:spcPct val="90000"/>
              </a:lnSpc>
              <a:spcAft>
                <a:spcPts val="600"/>
              </a:spcAft>
            </a:pPr>
            <a:r>
              <a:rPr lang="en-US"/>
              <a:t>Resource-based policies are JSON policy documents that you attach to a resource such as an Amazon S3 bucket </a:t>
            </a:r>
          </a:p>
          <a:p>
            <a:pPr>
              <a:lnSpc>
                <a:spcPct val="90000"/>
              </a:lnSpc>
              <a:spcAft>
                <a:spcPts val="600"/>
              </a:spcAft>
            </a:pPr>
            <a:r>
              <a:rPr lang="en-US"/>
              <a:t>These policies grant the specified principal permission to perform specific actions on that resource and defines under what conditions this applies </a:t>
            </a:r>
          </a:p>
          <a:p>
            <a:pPr>
              <a:lnSpc>
                <a:spcPct val="90000"/>
              </a:lnSpc>
              <a:spcAft>
                <a:spcPts val="600"/>
              </a:spcAft>
            </a:pPr>
            <a:r>
              <a:rPr lang="en-US"/>
              <a:t>Resource-based policies are inline policies. There are no managed resource-based policies</a:t>
            </a:r>
          </a:p>
        </p:txBody>
      </p:sp>
    </p:spTree>
    <p:extLst>
      <p:ext uri="{BB962C8B-B14F-4D97-AF65-F5344CB8AC3E}">
        <p14:creationId xmlns:p14="http://schemas.microsoft.com/office/powerpoint/2010/main" val="2382315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7CC63-D79E-4BE7-A7DF-204F0CC857C8}"/>
              </a:ext>
            </a:extLst>
          </p:cNvPr>
          <p:cNvSpPr>
            <a:spLocks noGrp="1"/>
          </p:cNvSpPr>
          <p:nvPr>
            <p:ph type="ctrTitle"/>
          </p:nvPr>
        </p:nvSpPr>
        <p:spPr>
          <a:xfrm>
            <a:off x="6970326" y="1679216"/>
            <a:ext cx="4786877" cy="1518315"/>
          </a:xfrm>
        </p:spPr>
        <p:txBody>
          <a:bodyPr anchor="b">
            <a:normAutofit/>
          </a:bodyPr>
          <a:lstStyle/>
          <a:p>
            <a:r>
              <a:rPr lang="en-US" sz="4700" dirty="0"/>
              <a:t>IAM Permission Boundaries</a:t>
            </a:r>
          </a:p>
        </p:txBody>
      </p:sp>
      <p:sp>
        <p:nvSpPr>
          <p:cNvPr id="3" name="Content Placeholder 2">
            <a:extLst>
              <a:ext uri="{FF2B5EF4-FFF2-40B4-BE49-F238E27FC236}">
                <a16:creationId xmlns:a16="http://schemas.microsoft.com/office/drawing/2014/main" id="{4DF7F8D4-C1E6-42B4-AF72-C6E0C6BC665B}"/>
              </a:ext>
            </a:extLst>
          </p:cNvPr>
          <p:cNvSpPr>
            <a:spLocks noGrp="1"/>
          </p:cNvSpPr>
          <p:nvPr>
            <p:ph type="body" sz="quarter" idx="12"/>
          </p:nvPr>
        </p:nvSpPr>
        <p:spPr>
          <a:xfrm>
            <a:off x="6970326" y="3748958"/>
            <a:ext cx="4786878" cy="2258013"/>
          </a:xfrm>
        </p:spPr>
        <p:txBody>
          <a:bodyPr>
            <a:normAutofit/>
          </a:bodyPr>
          <a:lstStyle/>
          <a:p>
            <a:pPr>
              <a:spcAft>
                <a:spcPts val="600"/>
              </a:spcAft>
            </a:pPr>
            <a:r>
              <a:rPr lang="en-US"/>
              <a:t>A permissions boundary is an advanced feature in which you set the maximum permissions that an identity-based policy can grant to an IAM entity</a:t>
            </a:r>
          </a:p>
          <a:p>
            <a:pPr>
              <a:spcAft>
                <a:spcPts val="600"/>
              </a:spcAft>
            </a:pPr>
            <a:r>
              <a:rPr lang="en-US"/>
              <a:t>When you set a permissions boundary for an entity, the entity can perform only the actions that are allowed by both its identity-based policies and its permissions boundaries</a:t>
            </a:r>
          </a:p>
        </p:txBody>
      </p:sp>
      <p:pic>
        <p:nvPicPr>
          <p:cNvPr id="4" name="Picture Placeholder 6" descr="A close up of a circuit board">
            <a:extLst>
              <a:ext uri="{FF2B5EF4-FFF2-40B4-BE49-F238E27FC236}">
                <a16:creationId xmlns:a16="http://schemas.microsoft.com/office/drawing/2014/main" id="{6330B364-C42A-FBF7-A3C3-A9A67FD1E544}"/>
              </a:ext>
            </a:extLst>
          </p:cNvPr>
          <p:cNvPicPr>
            <a:picLocks noGrp="1" noChangeAspect="1"/>
          </p:cNvPicPr>
          <p:nvPr>
            <p:ph type="pic" sz="quarter" idx="11"/>
          </p:nvPr>
        </p:nvPicPr>
        <p:blipFill>
          <a:blip r:embed="rId2"/>
          <a:srcRect t="6042" b="6042"/>
          <a:stretch/>
        </p:blipFill>
        <p:spPr>
          <a:xfrm>
            <a:off x="-30163" y="-1588"/>
            <a:ext cx="6815138" cy="6870701"/>
          </a:xfrm>
        </p:spPr>
      </p:pic>
    </p:spTree>
    <p:extLst>
      <p:ext uri="{BB962C8B-B14F-4D97-AF65-F5344CB8AC3E}">
        <p14:creationId xmlns:p14="http://schemas.microsoft.com/office/powerpoint/2010/main" val="1593467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02A8-1838-4269-B62D-A3508336C127}"/>
              </a:ext>
            </a:extLst>
          </p:cNvPr>
          <p:cNvSpPr>
            <a:spLocks noGrp="1"/>
          </p:cNvSpPr>
          <p:nvPr>
            <p:ph type="ctrTitle"/>
          </p:nvPr>
        </p:nvSpPr>
        <p:spPr>
          <a:xfrm>
            <a:off x="6970326" y="1679216"/>
            <a:ext cx="4786877" cy="1518315"/>
          </a:xfrm>
        </p:spPr>
        <p:txBody>
          <a:bodyPr anchor="b">
            <a:normAutofit/>
          </a:bodyPr>
          <a:lstStyle/>
          <a:p>
            <a:r>
              <a:rPr lang="en-US" sz="4700"/>
              <a:t>Service Control Policies</a:t>
            </a:r>
          </a:p>
        </p:txBody>
      </p:sp>
      <p:sp>
        <p:nvSpPr>
          <p:cNvPr id="3" name="Content Placeholder 2">
            <a:extLst>
              <a:ext uri="{FF2B5EF4-FFF2-40B4-BE49-F238E27FC236}">
                <a16:creationId xmlns:a16="http://schemas.microsoft.com/office/drawing/2014/main" id="{57BFAAD1-AE0C-4F9C-9491-23CFBBD7063D}"/>
              </a:ext>
            </a:extLst>
          </p:cNvPr>
          <p:cNvSpPr>
            <a:spLocks noGrp="1"/>
          </p:cNvSpPr>
          <p:nvPr>
            <p:ph type="body" sz="quarter" idx="12"/>
          </p:nvPr>
        </p:nvSpPr>
        <p:spPr>
          <a:xfrm>
            <a:off x="6970326" y="3748958"/>
            <a:ext cx="4786878" cy="2258013"/>
          </a:xfrm>
        </p:spPr>
        <p:txBody>
          <a:bodyPr>
            <a:normAutofit/>
          </a:bodyPr>
          <a:lstStyle/>
          <a:p>
            <a:pPr>
              <a:lnSpc>
                <a:spcPct val="90000"/>
              </a:lnSpc>
              <a:spcAft>
                <a:spcPts val="600"/>
              </a:spcAft>
            </a:pPr>
            <a:r>
              <a:rPr lang="en-US" sz="1500"/>
              <a:t>AWS Organizations is a service for grouping and centrally managing the AWS accounts that your business owns </a:t>
            </a:r>
          </a:p>
          <a:p>
            <a:pPr>
              <a:lnSpc>
                <a:spcPct val="90000"/>
              </a:lnSpc>
              <a:spcAft>
                <a:spcPts val="600"/>
              </a:spcAft>
            </a:pPr>
            <a:r>
              <a:rPr lang="en-US" sz="1500"/>
              <a:t>If you enable all features in an organization, then you can apply service control policies (SCPs) to any or all of your accounts. SCPs are JSON policies that specify the maximum permissions for an organization or organizational unit (OU)</a:t>
            </a:r>
          </a:p>
          <a:p>
            <a:pPr>
              <a:lnSpc>
                <a:spcPct val="90000"/>
              </a:lnSpc>
              <a:spcAft>
                <a:spcPts val="600"/>
              </a:spcAft>
            </a:pPr>
            <a:r>
              <a:rPr lang="en-US" sz="1500"/>
              <a:t>The SCP limits permissions for entities in member accounts, including each AWS account root user</a:t>
            </a:r>
          </a:p>
        </p:txBody>
      </p:sp>
      <p:pic>
        <p:nvPicPr>
          <p:cNvPr id="4" name="Picture Placeholder 16" descr="A person raising his hand">
            <a:extLst>
              <a:ext uri="{FF2B5EF4-FFF2-40B4-BE49-F238E27FC236}">
                <a16:creationId xmlns:a16="http://schemas.microsoft.com/office/drawing/2014/main" id="{5F2CF867-2AB0-1CCA-B476-D004F601A5C7}"/>
              </a:ext>
            </a:extLst>
          </p:cNvPr>
          <p:cNvPicPr>
            <a:picLocks noGrp="1" noChangeAspect="1"/>
          </p:cNvPicPr>
          <p:nvPr>
            <p:ph type="pic" sz="quarter" idx="11"/>
          </p:nvPr>
        </p:nvPicPr>
        <p:blipFill>
          <a:blip r:embed="rId2"/>
          <a:srcRect t="5683" b="5683"/>
          <a:stretch/>
        </p:blipFill>
        <p:spPr>
          <a:xfrm flipH="1">
            <a:off x="-30163" y="-1588"/>
            <a:ext cx="6815138" cy="6870701"/>
          </a:xfrm>
        </p:spPr>
      </p:pic>
    </p:spTree>
    <p:extLst>
      <p:ext uri="{BB962C8B-B14F-4D97-AF65-F5344CB8AC3E}">
        <p14:creationId xmlns:p14="http://schemas.microsoft.com/office/powerpoint/2010/main" val="443984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8BC30-A539-4A78-8A12-BEAC51D4B1BB}"/>
              </a:ext>
            </a:extLst>
          </p:cNvPr>
          <p:cNvSpPr>
            <a:spLocks noGrp="1"/>
          </p:cNvSpPr>
          <p:nvPr>
            <p:ph type="ctrTitle"/>
          </p:nvPr>
        </p:nvSpPr>
        <p:spPr>
          <a:xfrm>
            <a:off x="6970326" y="1679216"/>
            <a:ext cx="4786877" cy="1518315"/>
          </a:xfrm>
        </p:spPr>
        <p:txBody>
          <a:bodyPr anchor="b">
            <a:normAutofit/>
          </a:bodyPr>
          <a:lstStyle/>
          <a:p>
            <a:r>
              <a:rPr lang="en-US" sz="5100"/>
              <a:t>Session Policies</a:t>
            </a:r>
          </a:p>
        </p:txBody>
      </p:sp>
      <p:pic>
        <p:nvPicPr>
          <p:cNvPr id="5" name="Picture Placeholder 4">
            <a:extLst>
              <a:ext uri="{FF2B5EF4-FFF2-40B4-BE49-F238E27FC236}">
                <a16:creationId xmlns:a16="http://schemas.microsoft.com/office/drawing/2014/main" id="{A4A1CB91-01AE-4C87-4DFB-D59FBFBD4902}"/>
              </a:ext>
            </a:extLst>
          </p:cNvPr>
          <p:cNvPicPr>
            <a:picLocks noGrp="1" noChangeAspect="1"/>
          </p:cNvPicPr>
          <p:nvPr>
            <p:ph type="pic" sz="quarter" idx="11"/>
          </p:nvPr>
        </p:nvPicPr>
        <p:blipFill>
          <a:blip r:embed="rId2"/>
          <a:srcRect l="16957" r="16957"/>
          <a:stretch>
            <a:fillRect/>
          </a:stretch>
        </p:blipFill>
        <p:spPr>
          <a:xfrm>
            <a:off x="-30163" y="-1588"/>
            <a:ext cx="6815138" cy="6870701"/>
          </a:xfrm>
        </p:spPr>
      </p:pic>
      <p:sp>
        <p:nvSpPr>
          <p:cNvPr id="3" name="Content Placeholder 2">
            <a:extLst>
              <a:ext uri="{FF2B5EF4-FFF2-40B4-BE49-F238E27FC236}">
                <a16:creationId xmlns:a16="http://schemas.microsoft.com/office/drawing/2014/main" id="{AC17D76C-701F-4698-A202-99D3C0B8409E}"/>
              </a:ext>
            </a:extLst>
          </p:cNvPr>
          <p:cNvSpPr>
            <a:spLocks noGrp="1"/>
          </p:cNvSpPr>
          <p:nvPr>
            <p:ph type="body" sz="quarter" idx="12"/>
          </p:nvPr>
        </p:nvSpPr>
        <p:spPr>
          <a:xfrm>
            <a:off x="6970326" y="3748958"/>
            <a:ext cx="4786878" cy="2258013"/>
          </a:xfrm>
        </p:spPr>
        <p:txBody>
          <a:bodyPr>
            <a:normAutofit/>
          </a:bodyPr>
          <a:lstStyle/>
          <a:p>
            <a:pPr>
              <a:spcAft>
                <a:spcPts val="600"/>
              </a:spcAft>
            </a:pPr>
            <a:r>
              <a:rPr lang="en-US"/>
              <a:t>Session policies are advanced policies that you pass in a parameter when you programmatically create a temporary session for a role or federated user</a:t>
            </a:r>
          </a:p>
          <a:p>
            <a:pPr>
              <a:spcAft>
                <a:spcPts val="600"/>
              </a:spcAft>
            </a:pPr>
            <a:r>
              <a:rPr lang="en-US"/>
              <a:t>The permissions for a session are the intersection of the identity-based policies for the IAM entity (user or role) used to create the session and the session policies</a:t>
            </a:r>
          </a:p>
        </p:txBody>
      </p:sp>
    </p:spTree>
    <p:extLst>
      <p:ext uri="{BB962C8B-B14F-4D97-AF65-F5344CB8AC3E}">
        <p14:creationId xmlns:p14="http://schemas.microsoft.com/office/powerpoint/2010/main" val="120390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70326" y="1679216"/>
            <a:ext cx="4786877" cy="1518315"/>
          </a:xfrm>
        </p:spPr>
        <p:txBody>
          <a:bodyPr vert="horz" lIns="91440" tIns="45720" rIns="91440" bIns="45720" rtlCol="0" anchor="b">
            <a:normAutofit/>
          </a:bodyPr>
          <a:lstStyle/>
          <a:p>
            <a:r>
              <a:rPr lang="en-US" kern="1200"/>
              <a:t>User Policies</a:t>
            </a:r>
          </a:p>
        </p:txBody>
      </p:sp>
      <p:pic>
        <p:nvPicPr>
          <p:cNvPr id="4098" name="Picture 2" descr="https://docs.aws.amazon.com/AmazonS3/latest/dev/images/user-policy.png"/>
          <p:cNvPicPr>
            <a:picLocks noChangeAspect="1" noChangeArrowheads="1"/>
          </p:cNvPicPr>
          <p:nvPr/>
        </p:nvPicPr>
        <p:blipFill>
          <a:blip r:embed="rId2">
            <a:extLst>
              <a:ext uri="{28A0092B-C50C-407E-A947-70E740481C1C}">
                <a14:useLocalDpi xmlns:a14="http://schemas.microsoft.com/office/drawing/2010/main" val="0"/>
              </a:ext>
            </a:extLst>
          </a:blip>
          <a:srcRect l="10728" r="15227" b="-2"/>
          <a:stretch>
            <a:fillRect/>
          </a:stretch>
        </p:blipFill>
        <p:spPr bwMode="auto">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noFill/>
          <a:ln>
            <a:noFill/>
          </a:ln>
          <a:extLst>
            <a:ext uri="{909E8E84-426E-40DD-AFC4-6F175D3DCCD1}">
              <a14:hiddenFill xmlns:a14="http://schemas.microsoft.com/office/drawing/2010/main">
                <a:solidFill>
                  <a:srgbClr val="FFFFFF"/>
                </a:solidFill>
              </a14:hiddenFill>
            </a:ext>
          </a:extLst>
        </p:spPr>
      </p:pic>
      <p:sp>
        <p:nvSpPr>
          <p:cNvPr id="4103" name="Text Placeholder 3">
            <a:extLst>
              <a:ext uri="{FF2B5EF4-FFF2-40B4-BE49-F238E27FC236}">
                <a16:creationId xmlns:a16="http://schemas.microsoft.com/office/drawing/2014/main" id="{990EBE8F-3CE1-685F-7980-C3CDC1550760}"/>
              </a:ext>
            </a:extLst>
          </p:cNvPr>
          <p:cNvSpPr>
            <a:spLocks noGrp="1"/>
          </p:cNvSpPr>
          <p:nvPr>
            <p:ph type="body" sz="quarter" idx="12"/>
          </p:nvPr>
        </p:nvSpPr>
        <p:spPr>
          <a:xfrm>
            <a:off x="6970326" y="3748958"/>
            <a:ext cx="4786878" cy="2258013"/>
          </a:xfrm>
        </p:spPr>
        <p:txBody>
          <a:bodyPr/>
          <a:lstStyle/>
          <a:p>
            <a:endParaRPr lang="en-US"/>
          </a:p>
        </p:txBody>
      </p:sp>
    </p:spTree>
    <p:extLst>
      <p:ext uri="{BB962C8B-B14F-4D97-AF65-F5344CB8AC3E}">
        <p14:creationId xmlns:p14="http://schemas.microsoft.com/office/powerpoint/2010/main" val="206610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70326" y="1679216"/>
            <a:ext cx="4786877" cy="1518315"/>
          </a:xfrm>
        </p:spPr>
        <p:txBody>
          <a:bodyPr vert="horz" lIns="91440" tIns="45720" rIns="91440" bIns="45720" rtlCol="0" anchor="b">
            <a:normAutofit/>
          </a:bodyPr>
          <a:lstStyle/>
          <a:p>
            <a:r>
              <a:rPr lang="en-US" sz="5100" kern="1200"/>
              <a:t>Resource based policies</a:t>
            </a:r>
          </a:p>
        </p:txBody>
      </p:sp>
      <p:pic>
        <p:nvPicPr>
          <p:cNvPr id="3074" name="Picture 2" descr="https://docs.aws.amazon.com/AmazonS3/latest/dev/images/resource-based-policy.png"/>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7043" r="2" b="2"/>
          <a:stretch>
            <a:fillRect/>
          </a:stretch>
        </p:blipFill>
        <p:spPr bwMode="auto">
          <a:xfrm>
            <a:off x="-29499" y="-2236"/>
            <a:ext cx="6814124" cy="6871095"/>
          </a:xfrm>
          <a:prstGeom prst="rect">
            <a:avLst/>
          </a:prstGeom>
          <a:solidFill>
            <a:srgbClr val="FFFFFF"/>
          </a:solidFill>
        </p:spPr>
      </p:pic>
    </p:spTree>
    <p:extLst>
      <p:ext uri="{BB962C8B-B14F-4D97-AF65-F5344CB8AC3E}">
        <p14:creationId xmlns:p14="http://schemas.microsoft.com/office/powerpoint/2010/main" val="646537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34F4F-03FB-4E6B-A27E-DE50FF891BB7}"/>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a:latin typeface="+mj-lt"/>
              </a:rPr>
              <a:t>JSON Policy Document Structure</a:t>
            </a:r>
          </a:p>
        </p:txBody>
      </p:sp>
      <p:pic>
        <p:nvPicPr>
          <p:cNvPr id="4" name="Content Placeholder 3">
            <a:extLst>
              <a:ext uri="{FF2B5EF4-FFF2-40B4-BE49-F238E27FC236}">
                <a16:creationId xmlns:a16="http://schemas.microsoft.com/office/drawing/2014/main" id="{2CD410F0-89E2-4442-8DCF-04683D1FE511}"/>
              </a:ext>
            </a:extLst>
          </p:cNvPr>
          <p:cNvPicPr>
            <a:picLocks noChangeAspect="1"/>
          </p:cNvPicPr>
          <p:nvPr/>
        </p:nvPicPr>
        <p:blipFill rotWithShape="1">
          <a:blip r:embed="rId2"/>
          <a:srcRect l="9682" r="906"/>
          <a:stretch/>
        </p:blipFill>
        <p:spPr>
          <a:xfrm>
            <a:off x="4654296" y="630936"/>
            <a:ext cx="5713071" cy="3913632"/>
          </a:xfrm>
          <a:prstGeom prst="rect">
            <a:avLst/>
          </a:prstGeom>
        </p:spPr>
      </p:pic>
    </p:spTree>
    <p:extLst>
      <p:ext uri="{BB962C8B-B14F-4D97-AF65-F5344CB8AC3E}">
        <p14:creationId xmlns:p14="http://schemas.microsoft.com/office/powerpoint/2010/main" val="3926182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548640"/>
            <a:ext cx="3600860" cy="5431536"/>
          </a:xfrm>
        </p:spPr>
        <p:txBody>
          <a:bodyPr>
            <a:normAutofit/>
          </a:bodyPr>
          <a:lstStyle/>
          <a:p>
            <a:r>
              <a:rPr lang="en-US" sz="5400"/>
              <a:t>An example bucket policy</a:t>
            </a:r>
          </a:p>
        </p:txBody>
      </p:sp>
      <p:sp>
        <p:nvSpPr>
          <p:cNvPr id="3" name="Content Placeholder 2"/>
          <p:cNvSpPr>
            <a:spLocks noGrp="1"/>
          </p:cNvSpPr>
          <p:nvPr>
            <p:ph idx="1"/>
          </p:nvPr>
        </p:nvSpPr>
        <p:spPr>
          <a:xfrm>
            <a:off x="5126418" y="552091"/>
            <a:ext cx="6224335" cy="5431536"/>
          </a:xfrm>
        </p:spPr>
        <p:txBody>
          <a:bodyPr anchor="ctr">
            <a:normAutofit fontScale="92500" lnSpcReduction="20000"/>
          </a:bodyPr>
          <a:lstStyle/>
          <a:p>
            <a:r>
              <a:rPr lang="en-US" sz="2000"/>
              <a:t>Bucket Policy is a JSON file</a:t>
            </a:r>
          </a:p>
          <a:p>
            <a:pPr marL="0" indent="0">
              <a:buNone/>
            </a:pPr>
            <a:r>
              <a:rPr lang="en-US" sz="2000"/>
              <a:t>{</a:t>
            </a:r>
          </a:p>
          <a:p>
            <a:pPr marL="0" indent="0">
              <a:buNone/>
            </a:pPr>
            <a:r>
              <a:rPr lang="en-US" sz="2000"/>
              <a:t>    "Version":"2012-10-17",</a:t>
            </a:r>
          </a:p>
          <a:p>
            <a:pPr marL="0" indent="0">
              <a:buNone/>
            </a:pPr>
            <a:r>
              <a:rPr lang="en-US" sz="2000"/>
              <a:t>    "Statement": [</a:t>
            </a:r>
          </a:p>
          <a:p>
            <a:pPr marL="0" indent="0">
              <a:buNone/>
            </a:pPr>
            <a:r>
              <a:rPr lang="en-US" sz="2000"/>
              <a:t>        {</a:t>
            </a:r>
          </a:p>
          <a:p>
            <a:pPr marL="0" indent="0">
              <a:buNone/>
            </a:pPr>
            <a:r>
              <a:rPr lang="en-US" sz="2000"/>
              <a:t>            "Effect":"Allow",</a:t>
            </a:r>
          </a:p>
          <a:p>
            <a:pPr marL="0" indent="0">
              <a:buNone/>
            </a:pPr>
            <a:r>
              <a:rPr lang="en-US" sz="2000"/>
              <a:t>            "Principal": "*",</a:t>
            </a:r>
          </a:p>
          <a:p>
            <a:pPr marL="0" indent="0">
              <a:buNone/>
            </a:pPr>
            <a:r>
              <a:rPr lang="en-US" sz="2000"/>
              <a:t>            "Action":["s3:GetObject"],</a:t>
            </a:r>
          </a:p>
          <a:p>
            <a:pPr marL="0" indent="0">
              <a:buNone/>
            </a:pPr>
            <a:r>
              <a:rPr lang="en-US" sz="2000"/>
              <a:t>            "Resource":["arn:aws:s3:::examplebucket/*"]</a:t>
            </a:r>
          </a:p>
          <a:p>
            <a:pPr marL="0" indent="0">
              <a:buNone/>
            </a:pPr>
            <a:r>
              <a:rPr lang="en-US" sz="2000"/>
              <a:t>        }</a:t>
            </a:r>
          </a:p>
          <a:p>
            <a:pPr marL="0" indent="0">
              <a:buNone/>
            </a:pPr>
            <a:r>
              <a:rPr lang="en-US" sz="2000"/>
              <a:t>    ]</a:t>
            </a:r>
          </a:p>
          <a:p>
            <a:pPr marL="0" indent="0">
              <a:buNone/>
            </a:pPr>
            <a:r>
              <a:rPr lang="en-US" sz="2000"/>
              <a:t>}</a:t>
            </a:r>
          </a:p>
          <a:p>
            <a:pPr marL="0" indent="0">
              <a:buNone/>
            </a:pPr>
            <a:r>
              <a:rPr lang="en-US" sz="2000" b="1" i="1"/>
              <a:t>Reference: Amazon S3 manual</a:t>
            </a:r>
          </a:p>
        </p:txBody>
      </p:sp>
    </p:spTree>
    <p:extLst>
      <p:ext uri="{BB962C8B-B14F-4D97-AF65-F5344CB8AC3E}">
        <p14:creationId xmlns:p14="http://schemas.microsoft.com/office/powerpoint/2010/main" val="396973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548640"/>
            <a:ext cx="3600860" cy="5431536"/>
          </a:xfrm>
        </p:spPr>
        <p:txBody>
          <a:bodyPr>
            <a:normAutofit/>
          </a:bodyPr>
          <a:lstStyle/>
          <a:p>
            <a:r>
              <a:rPr lang="en-US" sz="5400"/>
              <a:t>An example of user policy</a:t>
            </a:r>
          </a:p>
        </p:txBody>
      </p:sp>
      <p:sp>
        <p:nvSpPr>
          <p:cNvPr id="3" name="Content Placeholder 2"/>
          <p:cNvSpPr>
            <a:spLocks noGrp="1"/>
          </p:cNvSpPr>
          <p:nvPr>
            <p:ph idx="1"/>
          </p:nvPr>
        </p:nvSpPr>
        <p:spPr>
          <a:xfrm>
            <a:off x="5126418" y="552091"/>
            <a:ext cx="6224335" cy="5431536"/>
          </a:xfrm>
        </p:spPr>
        <p:txBody>
          <a:bodyPr anchor="ctr">
            <a:normAutofit fontScale="77500" lnSpcReduction="20000"/>
          </a:bodyPr>
          <a:lstStyle/>
          <a:p>
            <a:pPr marL="0" indent="0">
              <a:buNone/>
            </a:pPr>
            <a:r>
              <a:rPr lang="en-US" sz="1400"/>
              <a:t>{</a:t>
            </a:r>
          </a:p>
          <a:p>
            <a:pPr marL="0" indent="0">
              <a:buNone/>
            </a:pPr>
            <a:r>
              <a:rPr lang="en-US" sz="1400"/>
              <a:t>    "Statement": [</a:t>
            </a:r>
          </a:p>
          <a:p>
            <a:pPr marL="0" indent="0">
              <a:buNone/>
            </a:pPr>
            <a:r>
              <a:rPr lang="en-US" sz="1400"/>
              <a:t>        {</a:t>
            </a:r>
          </a:p>
          <a:p>
            <a:pPr marL="0" indent="0">
              <a:buNone/>
            </a:pPr>
            <a:r>
              <a:rPr lang="en-US" sz="1400"/>
              <a:t>            "Effect":"Allow",</a:t>
            </a:r>
          </a:p>
          <a:p>
            <a:pPr marL="0" indent="0">
              <a:buNone/>
            </a:pPr>
            <a:r>
              <a:rPr lang="en-US" sz="1400"/>
              <a:t>            "Action": [ </a:t>
            </a:r>
          </a:p>
          <a:p>
            <a:pPr marL="0" indent="0">
              <a:buNone/>
            </a:pPr>
            <a:r>
              <a:rPr lang="en-US" sz="1400"/>
              <a:t>                "s3:PutObject",</a:t>
            </a:r>
          </a:p>
          <a:p>
            <a:pPr marL="0" indent="0">
              <a:buNone/>
            </a:pPr>
            <a:r>
              <a:rPr lang="en-US" sz="1400"/>
              <a:t>                "s3:GetObject",</a:t>
            </a:r>
          </a:p>
          <a:p>
            <a:pPr marL="0" indent="0">
              <a:buNone/>
            </a:pPr>
            <a:r>
              <a:rPr lang="en-US" sz="1400"/>
              <a:t>                "s3:DeleteObject",</a:t>
            </a:r>
          </a:p>
          <a:p>
            <a:pPr marL="0" indent="0">
              <a:buNone/>
            </a:pPr>
            <a:r>
              <a:rPr lang="en-US" sz="1400"/>
              <a:t>                "s3:ListAllMyBuckets",</a:t>
            </a:r>
          </a:p>
          <a:p>
            <a:pPr marL="0" indent="0">
              <a:buNone/>
            </a:pPr>
            <a:r>
              <a:rPr lang="en-US" sz="1400"/>
              <a:t>                "s3:GetBucketLocation",</a:t>
            </a:r>
          </a:p>
          <a:p>
            <a:pPr marL="0" indent="0">
              <a:buNone/>
            </a:pPr>
            <a:r>
              <a:rPr lang="en-US" sz="1400"/>
              <a:t>                "s3:ListBucket"</a:t>
            </a:r>
          </a:p>
          <a:p>
            <a:pPr marL="0" indent="0">
              <a:buNone/>
            </a:pPr>
            <a:r>
              <a:rPr lang="en-US" sz="1400"/>
              <a:t>            ],</a:t>
            </a:r>
          </a:p>
          <a:p>
            <a:pPr marL="0" indent="0">
              <a:buNone/>
            </a:pPr>
            <a:r>
              <a:rPr lang="en-US" sz="1400"/>
              <a:t>            "Resource":"arn:aws:s3:::examplebucket/*"</a:t>
            </a:r>
          </a:p>
          <a:p>
            <a:pPr marL="0" indent="0">
              <a:buNone/>
            </a:pPr>
            <a:r>
              <a:rPr lang="en-US" sz="1400"/>
              <a:t>        }</a:t>
            </a:r>
          </a:p>
          <a:p>
            <a:pPr marL="0" indent="0">
              <a:buNone/>
            </a:pPr>
            <a:r>
              <a:rPr lang="en-US" sz="1400"/>
              <a:t>    ]</a:t>
            </a:r>
          </a:p>
          <a:p>
            <a:pPr marL="0" indent="0">
              <a:buNone/>
            </a:pPr>
            <a:r>
              <a:rPr lang="en-US" sz="1400"/>
              <a:t>}</a:t>
            </a:r>
          </a:p>
          <a:p>
            <a:pPr marL="0" indent="0">
              <a:buNone/>
            </a:pPr>
            <a:r>
              <a:rPr lang="en-US" sz="1400" b="1" i="1"/>
              <a:t>Reference: Amazon S3 manual</a:t>
            </a:r>
          </a:p>
          <a:p>
            <a:pPr marL="0" indent="0">
              <a:buNone/>
            </a:pPr>
            <a:endParaRPr lang="en-US" sz="1400"/>
          </a:p>
        </p:txBody>
      </p:sp>
    </p:spTree>
    <p:extLst>
      <p:ext uri="{BB962C8B-B14F-4D97-AF65-F5344CB8AC3E}">
        <p14:creationId xmlns:p14="http://schemas.microsoft.com/office/powerpoint/2010/main" val="40532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548640"/>
            <a:ext cx="3600860" cy="5431536"/>
          </a:xfrm>
        </p:spPr>
        <p:txBody>
          <a:bodyPr>
            <a:normAutofit/>
          </a:bodyPr>
          <a:lstStyle/>
          <a:p>
            <a:r>
              <a:rPr lang="en-US" sz="5400"/>
              <a:t>Condition Checking</a:t>
            </a:r>
          </a:p>
        </p:txBody>
      </p:sp>
      <p:sp>
        <p:nvSpPr>
          <p:cNvPr id="3" name="Content Placeholder 2"/>
          <p:cNvSpPr>
            <a:spLocks noGrp="1"/>
          </p:cNvSpPr>
          <p:nvPr>
            <p:ph idx="1"/>
          </p:nvPr>
        </p:nvSpPr>
        <p:spPr>
          <a:xfrm>
            <a:off x="5126418" y="552091"/>
            <a:ext cx="6224335" cy="5431536"/>
          </a:xfrm>
        </p:spPr>
        <p:txBody>
          <a:bodyPr anchor="ctr">
            <a:normAutofit fontScale="92500" lnSpcReduction="20000"/>
          </a:bodyPr>
          <a:lstStyle/>
          <a:p>
            <a:pPr marL="0" indent="0">
              <a:buNone/>
            </a:pPr>
            <a:r>
              <a:rPr lang="en-US" sz="1900"/>
              <a:t>{</a:t>
            </a:r>
          </a:p>
          <a:p>
            <a:pPr marL="0" indent="0">
              <a:buNone/>
            </a:pPr>
            <a:r>
              <a:rPr lang="en-US" sz="1900"/>
              <a:t>  "Version": "2012-10-17",</a:t>
            </a:r>
          </a:p>
          <a:p>
            <a:pPr marL="0" indent="0">
              <a:buNone/>
            </a:pPr>
            <a:r>
              <a:rPr lang="en-US" sz="1900"/>
              <a:t>  "Id": "S3PolicyId1",</a:t>
            </a:r>
          </a:p>
          <a:p>
            <a:pPr marL="0" indent="0">
              <a:buNone/>
            </a:pPr>
            <a:r>
              <a:rPr lang="en-US" sz="1900"/>
              <a:t>  "Statement": [</a:t>
            </a:r>
          </a:p>
          <a:p>
            <a:pPr marL="0" indent="0">
              <a:buNone/>
            </a:pPr>
            <a:r>
              <a:rPr lang="en-US" sz="1900"/>
              <a:t>    {</a:t>
            </a:r>
          </a:p>
          <a:p>
            <a:pPr marL="0" indent="0">
              <a:buNone/>
            </a:pPr>
            <a:r>
              <a:rPr lang="en-US" sz="1900"/>
              <a:t>      "Sid": "IPAllow",</a:t>
            </a:r>
          </a:p>
          <a:p>
            <a:pPr marL="0" indent="0">
              <a:buNone/>
            </a:pPr>
            <a:r>
              <a:rPr lang="en-US" sz="1900"/>
              <a:t>      "Effect": "Allow",</a:t>
            </a:r>
          </a:p>
          <a:p>
            <a:pPr marL="0" indent="0">
              <a:buNone/>
            </a:pPr>
            <a:r>
              <a:rPr lang="en-US" sz="1900"/>
              <a:t>      "Principal": "*",</a:t>
            </a:r>
          </a:p>
          <a:p>
            <a:pPr marL="0" indent="0">
              <a:buNone/>
            </a:pPr>
            <a:r>
              <a:rPr lang="en-US" sz="1900"/>
              <a:t>      "Action": "s3:*",</a:t>
            </a:r>
          </a:p>
          <a:p>
            <a:pPr marL="0" indent="0">
              <a:buNone/>
            </a:pPr>
            <a:r>
              <a:rPr lang="en-US" sz="1900"/>
              <a:t>      "Resource": "arn:aws:s3:::examplebucket/*",</a:t>
            </a:r>
          </a:p>
          <a:p>
            <a:pPr marL="0" indent="0">
              <a:buNone/>
            </a:pPr>
            <a:r>
              <a:rPr lang="en-US" sz="1900"/>
              <a:t>      "Condition": {</a:t>
            </a:r>
          </a:p>
          <a:p>
            <a:pPr marL="0" indent="0">
              <a:buNone/>
            </a:pPr>
            <a:r>
              <a:rPr lang="en-US" sz="1900"/>
              <a:t>         "IpAddress": {"aws:SourceIp": "54.240.143.0/24"},</a:t>
            </a:r>
          </a:p>
          <a:p>
            <a:pPr marL="0" indent="0">
              <a:buNone/>
            </a:pPr>
            <a:r>
              <a:rPr lang="en-US" sz="1900"/>
              <a:t>         "NotIpAddress": {"aws:SourceIp": "54.240.143.188/32"}</a:t>
            </a:r>
          </a:p>
        </p:txBody>
      </p:sp>
    </p:spTree>
    <p:extLst>
      <p:ext uri="{BB962C8B-B14F-4D97-AF65-F5344CB8AC3E}">
        <p14:creationId xmlns:p14="http://schemas.microsoft.com/office/powerpoint/2010/main" val="854913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548640"/>
            <a:ext cx="3600860" cy="5431536"/>
          </a:xfrm>
        </p:spPr>
        <p:txBody>
          <a:bodyPr>
            <a:normAutofit/>
          </a:bodyPr>
          <a:lstStyle/>
          <a:p>
            <a:r>
              <a:rPr lang="en-US" sz="5400"/>
              <a:t>An example</a:t>
            </a:r>
          </a:p>
        </p:txBody>
      </p:sp>
      <p:sp>
        <p:nvSpPr>
          <p:cNvPr id="3" name="Content Placeholder 2"/>
          <p:cNvSpPr>
            <a:spLocks noGrp="1"/>
          </p:cNvSpPr>
          <p:nvPr>
            <p:ph idx="1"/>
          </p:nvPr>
        </p:nvSpPr>
        <p:spPr>
          <a:xfrm>
            <a:off x="5126418" y="552091"/>
            <a:ext cx="6224335" cy="5431536"/>
          </a:xfrm>
        </p:spPr>
        <p:txBody>
          <a:bodyPr anchor="ctr">
            <a:normAutofit fontScale="77500" lnSpcReduction="20000"/>
          </a:bodyPr>
          <a:lstStyle/>
          <a:p>
            <a:pPr marL="0" indent="0">
              <a:buNone/>
            </a:pPr>
            <a:r>
              <a:rPr lang="en-US" sz="1000"/>
              <a:t>{</a:t>
            </a:r>
          </a:p>
          <a:p>
            <a:pPr marL="0" indent="0">
              <a:buNone/>
            </a:pPr>
            <a:r>
              <a:rPr lang="en-US" sz="1000"/>
              <a:t>   "Version": "2012-10-17",</a:t>
            </a:r>
          </a:p>
          <a:p>
            <a:pPr marL="0" indent="0">
              <a:buNone/>
            </a:pPr>
            <a:r>
              <a:rPr lang="en-US" sz="1000"/>
              <a:t>   "Statement": [</a:t>
            </a:r>
          </a:p>
          <a:p>
            <a:pPr marL="0" indent="0">
              <a:buNone/>
            </a:pPr>
            <a:r>
              <a:rPr lang="en-US" sz="1000"/>
              <a:t>      {</a:t>
            </a:r>
          </a:p>
          <a:p>
            <a:pPr marL="0" indent="0">
              <a:buNone/>
            </a:pPr>
            <a:r>
              <a:rPr lang="en-US" sz="1000"/>
              <a:t>         "Sid": "ExampleStatement1",</a:t>
            </a:r>
          </a:p>
          <a:p>
            <a:pPr marL="0" indent="0">
              <a:buNone/>
            </a:pPr>
            <a:r>
              <a:rPr lang="en-US" sz="1000"/>
              <a:t>         "Effect": "Allow",</a:t>
            </a:r>
          </a:p>
          <a:p>
            <a:pPr marL="0" indent="0">
              <a:buNone/>
            </a:pPr>
            <a:r>
              <a:rPr lang="en-US" sz="1000"/>
              <a:t>         "Principal": {</a:t>
            </a:r>
          </a:p>
          <a:p>
            <a:pPr marL="0" indent="0">
              <a:buNone/>
            </a:pPr>
            <a:r>
              <a:rPr lang="en-US" sz="1000"/>
              <a:t>            "AWS": "arn:aws:iam::Account-ID:user/Dave"</a:t>
            </a:r>
          </a:p>
          <a:p>
            <a:pPr marL="0" indent="0">
              <a:buNone/>
            </a:pPr>
            <a:r>
              <a:rPr lang="en-US" sz="1000"/>
              <a:t>         },</a:t>
            </a:r>
          </a:p>
          <a:p>
            <a:pPr marL="0" indent="0">
              <a:buNone/>
            </a:pPr>
            <a:r>
              <a:rPr lang="en-US" sz="1000"/>
              <a:t>         "Action": [</a:t>
            </a:r>
          </a:p>
          <a:p>
            <a:pPr marL="0" indent="0">
              <a:buNone/>
            </a:pPr>
            <a:r>
              <a:rPr lang="en-US" sz="1000"/>
              <a:t>            "s3:GetBucketLocation",</a:t>
            </a:r>
          </a:p>
          <a:p>
            <a:pPr marL="0" indent="0">
              <a:buNone/>
            </a:pPr>
            <a:r>
              <a:rPr lang="en-US" sz="1000"/>
              <a:t>            "s3:ListBucket",</a:t>
            </a:r>
          </a:p>
          <a:p>
            <a:pPr marL="0" indent="0">
              <a:buNone/>
            </a:pPr>
            <a:r>
              <a:rPr lang="en-US" sz="1000"/>
              <a:t>             "s3:GetObject"</a:t>
            </a:r>
          </a:p>
          <a:p>
            <a:pPr marL="0" indent="0">
              <a:buNone/>
            </a:pPr>
            <a:r>
              <a:rPr lang="en-US" sz="1000"/>
              <a:t>         ],</a:t>
            </a:r>
          </a:p>
          <a:p>
            <a:pPr marL="0" indent="0">
              <a:buNone/>
            </a:pPr>
            <a:r>
              <a:rPr lang="en-US" sz="1000"/>
              <a:t>         "Resource": [</a:t>
            </a:r>
          </a:p>
          <a:p>
            <a:pPr marL="0" indent="0">
              <a:buNone/>
            </a:pPr>
            <a:r>
              <a:rPr lang="en-US" sz="1000"/>
              <a:t>            "arn:aws:s3:::examplebucket"</a:t>
            </a:r>
          </a:p>
          <a:p>
            <a:pPr marL="0" indent="0">
              <a:buNone/>
            </a:pPr>
            <a:r>
              <a:rPr lang="en-US" sz="1000"/>
              <a:t>         ]</a:t>
            </a:r>
          </a:p>
          <a:p>
            <a:pPr marL="0" indent="0">
              <a:buNone/>
            </a:pPr>
            <a:r>
              <a:rPr lang="en-US" sz="1000"/>
              <a:t>      }</a:t>
            </a:r>
          </a:p>
          <a:p>
            <a:pPr marL="0" indent="0">
              <a:buNone/>
            </a:pPr>
            <a:r>
              <a:rPr lang="en-US" sz="1000"/>
              <a:t>   ]</a:t>
            </a:r>
          </a:p>
          <a:p>
            <a:pPr marL="0" indent="0">
              <a:buNone/>
            </a:pPr>
            <a:r>
              <a:rPr lang="en-US" sz="1000"/>
              <a:t>}</a:t>
            </a:r>
          </a:p>
        </p:txBody>
      </p:sp>
    </p:spTree>
    <p:extLst>
      <p:ext uri="{BB962C8B-B14F-4D97-AF65-F5344CB8AC3E}">
        <p14:creationId xmlns:p14="http://schemas.microsoft.com/office/powerpoint/2010/main" val="1042940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48B9-C947-416C-A128-776B6B1596FF}"/>
              </a:ext>
            </a:extLst>
          </p:cNvPr>
          <p:cNvSpPr>
            <a:spLocks noGrp="1"/>
          </p:cNvSpPr>
          <p:nvPr>
            <p:ph type="ctrTitle"/>
          </p:nvPr>
        </p:nvSpPr>
        <p:spPr>
          <a:xfrm>
            <a:off x="796322" y="408820"/>
            <a:ext cx="8935507" cy="949467"/>
          </a:xfrm>
        </p:spPr>
        <p:txBody>
          <a:bodyPr anchor="b">
            <a:normAutofit/>
          </a:bodyPr>
          <a:lstStyle/>
          <a:p>
            <a:r>
              <a:rPr lang="en-US"/>
              <a:t>JSON Policy Element</a:t>
            </a:r>
          </a:p>
        </p:txBody>
      </p:sp>
      <p:pic>
        <p:nvPicPr>
          <p:cNvPr id="8" name="Picture Placeholder 7">
            <a:extLst>
              <a:ext uri="{FF2B5EF4-FFF2-40B4-BE49-F238E27FC236}">
                <a16:creationId xmlns:a16="http://schemas.microsoft.com/office/drawing/2014/main" id="{35787351-D2A6-5B34-8B76-26933F2826BD}"/>
              </a:ext>
            </a:extLst>
          </p:cNvPr>
          <p:cNvPicPr>
            <a:picLocks noGrp="1" noChangeAspect="1"/>
          </p:cNvPicPr>
          <p:nvPr>
            <p:ph type="pic" sz="quarter" idx="11"/>
          </p:nvPr>
        </p:nvPicPr>
        <p:blipFill>
          <a:blip r:embed="rId2"/>
          <a:srcRect l="29364" r="29364"/>
          <a:stretch>
            <a:fillRect/>
          </a:stretch>
        </p:blipFill>
        <p:spPr>
          <a:xfrm flipH="1">
            <a:off x="7164388" y="0"/>
            <a:ext cx="5024437" cy="6858000"/>
          </a:xfrm>
        </p:spPr>
      </p:pic>
      <p:sp>
        <p:nvSpPr>
          <p:cNvPr id="11" name="Footer Placeholder 4">
            <a:extLst>
              <a:ext uri="{FF2B5EF4-FFF2-40B4-BE49-F238E27FC236}">
                <a16:creationId xmlns:a16="http://schemas.microsoft.com/office/drawing/2014/main" id="{D23CC91C-1B25-2F85-8298-7298D9900F23}"/>
              </a:ext>
            </a:extLst>
          </p:cNvPr>
          <p:cNvSpPr>
            <a:spLocks noGrp="1"/>
          </p:cNvSpPr>
          <p:nvPr>
            <p:ph type="ftr" sz="quarter" idx="3"/>
          </p:nvPr>
        </p:nvSpPr>
        <p:spPr>
          <a:xfrm>
            <a:off x="824241" y="6290774"/>
            <a:ext cx="6637071" cy="365125"/>
          </a:xfrm>
        </p:spPr>
        <p:txBody>
          <a:bodyPr/>
          <a:lstStyle/>
          <a:p>
            <a:pPr>
              <a:spcAft>
                <a:spcPts val="600"/>
              </a:spcAft>
            </a:pPr>
            <a:r>
              <a:rPr lang="en-US"/>
              <a:t>Add footer here</a:t>
            </a:r>
          </a:p>
        </p:txBody>
      </p:sp>
      <p:sp>
        <p:nvSpPr>
          <p:cNvPr id="13" name="Slide Number Placeholder 5">
            <a:extLst>
              <a:ext uri="{FF2B5EF4-FFF2-40B4-BE49-F238E27FC236}">
                <a16:creationId xmlns:a16="http://schemas.microsoft.com/office/drawing/2014/main" id="{05EDA2F8-CB0C-381D-A59B-9C0710C4ABED}"/>
              </a:ext>
            </a:extLst>
          </p:cNvPr>
          <p:cNvSpPr>
            <a:spLocks noGrp="1"/>
          </p:cNvSpPr>
          <p:nvPr>
            <p:ph type="sldNum" sz="quarter" idx="4"/>
          </p:nvPr>
        </p:nvSpPr>
        <p:spPr>
          <a:xfrm>
            <a:off x="10768546" y="6290774"/>
            <a:ext cx="617912" cy="365125"/>
          </a:xfrm>
        </p:spPr>
        <p:txBody>
          <a:bodyPr/>
          <a:lstStyle/>
          <a:p>
            <a:pPr>
              <a:spcAft>
                <a:spcPts val="600"/>
              </a:spcAft>
            </a:pPr>
            <a:fld id="{3A98EE3D-8CD1-4C3F-BD1C-C98C9596463C}" type="slidenum">
              <a:rPr lang="en-US" smtClean="0"/>
              <a:pPr>
                <a:spcAft>
                  <a:spcPts val="600"/>
                </a:spcAft>
              </a:pPr>
              <a:t>20</a:t>
            </a:fld>
            <a:endParaRPr lang="en-US"/>
          </a:p>
        </p:txBody>
      </p:sp>
      <p:graphicFrame>
        <p:nvGraphicFramePr>
          <p:cNvPr id="5" name="Content Placeholder 2">
            <a:extLst>
              <a:ext uri="{FF2B5EF4-FFF2-40B4-BE49-F238E27FC236}">
                <a16:creationId xmlns:a16="http://schemas.microsoft.com/office/drawing/2014/main" id="{CEF13BE1-6DB4-6457-46B8-C3965723D282}"/>
              </a:ext>
            </a:extLst>
          </p:cNvPr>
          <p:cNvGraphicFramePr>
            <a:graphicFrameLocks noGrp="1"/>
          </p:cNvGraphicFramePr>
          <p:nvPr>
            <p:ph sz="quarter" idx="17"/>
            <p:extLst>
              <p:ext uri="{D42A27DB-BD31-4B8C-83A1-F6EECF244321}">
                <p14:modId xmlns:p14="http://schemas.microsoft.com/office/powerpoint/2010/main" val="2789035335"/>
              </p:ext>
            </p:extLst>
          </p:nvPr>
        </p:nvGraphicFramePr>
        <p:xfrm>
          <a:off x="796322" y="1986061"/>
          <a:ext cx="5797550" cy="40152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0993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0BC83-570A-49AC-B1BA-E65D78023E95}"/>
              </a:ext>
            </a:extLst>
          </p:cNvPr>
          <p:cNvSpPr>
            <a:spLocks noGrp="1"/>
          </p:cNvSpPr>
          <p:nvPr>
            <p:ph type="title"/>
          </p:nvPr>
        </p:nvSpPr>
        <p:spPr>
          <a:xfrm>
            <a:off x="1097280" y="286603"/>
            <a:ext cx="10058400" cy="1450757"/>
          </a:xfrm>
        </p:spPr>
        <p:txBody>
          <a:bodyPr anchor="b">
            <a:normAutofit/>
          </a:bodyPr>
          <a:lstStyle/>
          <a:p>
            <a:r>
              <a:rPr lang="en-US"/>
              <a:t>JSON Policy Elements</a:t>
            </a:r>
          </a:p>
        </p:txBody>
      </p:sp>
      <p:graphicFrame>
        <p:nvGraphicFramePr>
          <p:cNvPr id="5" name="Content Placeholder 2">
            <a:extLst>
              <a:ext uri="{FF2B5EF4-FFF2-40B4-BE49-F238E27FC236}">
                <a16:creationId xmlns:a16="http://schemas.microsoft.com/office/drawing/2014/main" id="{CBD0D388-962D-A44C-99D3-74AE85D76B79}"/>
              </a:ext>
            </a:extLst>
          </p:cNvPr>
          <p:cNvGraphicFramePr>
            <a:graphicFrameLocks noGrp="1"/>
          </p:cNvGraphicFramePr>
          <p:nvPr>
            <p:ph idx="1"/>
            <p:extLst>
              <p:ext uri="{D42A27DB-BD31-4B8C-83A1-F6EECF244321}">
                <p14:modId xmlns:p14="http://schemas.microsoft.com/office/powerpoint/2010/main" val="1251537649"/>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5316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A38D8-230F-4373-A277-14C09712479E}"/>
              </a:ext>
            </a:extLst>
          </p:cNvPr>
          <p:cNvSpPr>
            <a:spLocks noGrp="1"/>
          </p:cNvSpPr>
          <p:nvPr>
            <p:ph type="title"/>
          </p:nvPr>
        </p:nvSpPr>
        <p:spPr>
          <a:xfrm>
            <a:off x="1097280" y="286603"/>
            <a:ext cx="10058400" cy="1450757"/>
          </a:xfrm>
        </p:spPr>
        <p:txBody>
          <a:bodyPr anchor="b">
            <a:normAutofit/>
          </a:bodyPr>
          <a:lstStyle/>
          <a:p>
            <a:r>
              <a:rPr lang="en-US"/>
              <a:t>JSON Policy Elements</a:t>
            </a:r>
          </a:p>
        </p:txBody>
      </p:sp>
      <p:graphicFrame>
        <p:nvGraphicFramePr>
          <p:cNvPr id="5" name="Content Placeholder 2">
            <a:extLst>
              <a:ext uri="{FF2B5EF4-FFF2-40B4-BE49-F238E27FC236}">
                <a16:creationId xmlns:a16="http://schemas.microsoft.com/office/drawing/2014/main" id="{7327767C-D585-83B0-CBBF-13E4225447F8}"/>
              </a:ext>
            </a:extLst>
          </p:cNvPr>
          <p:cNvGraphicFramePr>
            <a:graphicFrameLocks noGrp="1"/>
          </p:cNvGraphicFramePr>
          <p:nvPr>
            <p:ph idx="1"/>
            <p:extLst>
              <p:ext uri="{D42A27DB-BD31-4B8C-83A1-F6EECF244321}">
                <p14:modId xmlns:p14="http://schemas.microsoft.com/office/powerpoint/2010/main" val="4076365685"/>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7784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C72E-C966-4C40-AB07-6F6E10A528A2}"/>
              </a:ext>
            </a:extLst>
          </p:cNvPr>
          <p:cNvSpPr>
            <a:spLocks noGrp="1"/>
          </p:cNvSpPr>
          <p:nvPr>
            <p:ph type="ctrTitle"/>
          </p:nvPr>
        </p:nvSpPr>
        <p:spPr>
          <a:xfrm>
            <a:off x="796322" y="408820"/>
            <a:ext cx="8935507" cy="949467"/>
          </a:xfrm>
        </p:spPr>
        <p:txBody>
          <a:bodyPr anchor="b">
            <a:normAutofit/>
          </a:bodyPr>
          <a:lstStyle/>
          <a:p>
            <a:r>
              <a:rPr lang="en-US"/>
              <a:t>JSON Policy Element</a:t>
            </a:r>
          </a:p>
        </p:txBody>
      </p:sp>
      <p:pic>
        <p:nvPicPr>
          <p:cNvPr id="6" name="Picture Placeholder 5">
            <a:extLst>
              <a:ext uri="{FF2B5EF4-FFF2-40B4-BE49-F238E27FC236}">
                <a16:creationId xmlns:a16="http://schemas.microsoft.com/office/drawing/2014/main" id="{C388C2B3-F416-2E31-A75A-610D5A190868}"/>
              </a:ext>
            </a:extLst>
          </p:cNvPr>
          <p:cNvPicPr>
            <a:picLocks noGrp="1" noChangeAspect="1"/>
          </p:cNvPicPr>
          <p:nvPr>
            <p:ph type="pic" sz="quarter" idx="11"/>
          </p:nvPr>
        </p:nvPicPr>
        <p:blipFill>
          <a:blip r:embed="rId2"/>
          <a:srcRect l="25594" r="25594"/>
          <a:stretch>
            <a:fillRect/>
          </a:stretch>
        </p:blipFill>
        <p:spPr>
          <a:xfrm flipH="1">
            <a:off x="7164388" y="0"/>
            <a:ext cx="5024437" cy="6858000"/>
          </a:xfrm>
        </p:spPr>
      </p:pic>
      <p:sp>
        <p:nvSpPr>
          <p:cNvPr id="11" name="Footer Placeholder 4">
            <a:extLst>
              <a:ext uri="{FF2B5EF4-FFF2-40B4-BE49-F238E27FC236}">
                <a16:creationId xmlns:a16="http://schemas.microsoft.com/office/drawing/2014/main" id="{D4AFCD7D-B2EB-4322-840D-3E244976950D}"/>
              </a:ext>
            </a:extLst>
          </p:cNvPr>
          <p:cNvSpPr>
            <a:spLocks noGrp="1"/>
          </p:cNvSpPr>
          <p:nvPr>
            <p:ph type="ftr" sz="quarter" idx="3"/>
          </p:nvPr>
        </p:nvSpPr>
        <p:spPr>
          <a:xfrm>
            <a:off x="824241" y="6290774"/>
            <a:ext cx="6637071" cy="365125"/>
          </a:xfrm>
        </p:spPr>
        <p:txBody>
          <a:bodyPr/>
          <a:lstStyle/>
          <a:p>
            <a:pPr>
              <a:spcAft>
                <a:spcPts val="600"/>
              </a:spcAft>
            </a:pPr>
            <a:r>
              <a:rPr lang="en-US"/>
              <a:t>Add footer here</a:t>
            </a:r>
          </a:p>
        </p:txBody>
      </p:sp>
      <p:sp>
        <p:nvSpPr>
          <p:cNvPr id="13" name="Slide Number Placeholder 5">
            <a:extLst>
              <a:ext uri="{FF2B5EF4-FFF2-40B4-BE49-F238E27FC236}">
                <a16:creationId xmlns:a16="http://schemas.microsoft.com/office/drawing/2014/main" id="{AE082765-F9F7-6BC9-50BD-971936AFB721}"/>
              </a:ext>
            </a:extLst>
          </p:cNvPr>
          <p:cNvSpPr>
            <a:spLocks noGrp="1"/>
          </p:cNvSpPr>
          <p:nvPr>
            <p:ph type="sldNum" sz="quarter" idx="4"/>
          </p:nvPr>
        </p:nvSpPr>
        <p:spPr>
          <a:xfrm>
            <a:off x="10768546" y="6290774"/>
            <a:ext cx="617912" cy="365125"/>
          </a:xfrm>
        </p:spPr>
        <p:txBody>
          <a:bodyPr/>
          <a:lstStyle/>
          <a:p>
            <a:pPr>
              <a:spcAft>
                <a:spcPts val="600"/>
              </a:spcAft>
            </a:pPr>
            <a:fld id="{3A98EE3D-8CD1-4C3F-BD1C-C98C9596463C}" type="slidenum">
              <a:rPr lang="en-US" smtClean="0"/>
              <a:pPr>
                <a:spcAft>
                  <a:spcPts val="600"/>
                </a:spcAft>
              </a:pPr>
              <a:t>23</a:t>
            </a:fld>
            <a:endParaRPr lang="en-US"/>
          </a:p>
        </p:txBody>
      </p:sp>
      <p:graphicFrame>
        <p:nvGraphicFramePr>
          <p:cNvPr id="5" name="Content Placeholder 2">
            <a:extLst>
              <a:ext uri="{FF2B5EF4-FFF2-40B4-BE49-F238E27FC236}">
                <a16:creationId xmlns:a16="http://schemas.microsoft.com/office/drawing/2014/main" id="{3CC4F340-A6C1-3783-9A9F-45B70F6B0049}"/>
              </a:ext>
            </a:extLst>
          </p:cNvPr>
          <p:cNvGraphicFramePr>
            <a:graphicFrameLocks noGrp="1"/>
          </p:cNvGraphicFramePr>
          <p:nvPr>
            <p:ph sz="quarter" idx="17"/>
            <p:extLst>
              <p:ext uri="{D42A27DB-BD31-4B8C-83A1-F6EECF244321}">
                <p14:modId xmlns:p14="http://schemas.microsoft.com/office/powerpoint/2010/main" val="2399859725"/>
              </p:ext>
            </p:extLst>
          </p:nvPr>
        </p:nvGraphicFramePr>
        <p:xfrm>
          <a:off x="796322" y="1986061"/>
          <a:ext cx="5797550" cy="40152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1247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F0EF-E9DA-4F3B-85C8-3267069979F5}"/>
              </a:ext>
            </a:extLst>
          </p:cNvPr>
          <p:cNvSpPr>
            <a:spLocks noGrp="1"/>
          </p:cNvSpPr>
          <p:nvPr>
            <p:ph type="title"/>
          </p:nvPr>
        </p:nvSpPr>
        <p:spPr>
          <a:xfrm>
            <a:off x="841248" y="548640"/>
            <a:ext cx="3600860" cy="5431536"/>
          </a:xfrm>
        </p:spPr>
        <p:txBody>
          <a:bodyPr>
            <a:normAutofit/>
          </a:bodyPr>
          <a:lstStyle/>
          <a:p>
            <a:r>
              <a:rPr lang="en-US" sz="5000"/>
              <a:t>NotPrincipal example</a:t>
            </a:r>
          </a:p>
        </p:txBody>
      </p:sp>
      <p:sp>
        <p:nvSpPr>
          <p:cNvPr id="3" name="Content Placeholder 2">
            <a:extLst>
              <a:ext uri="{FF2B5EF4-FFF2-40B4-BE49-F238E27FC236}">
                <a16:creationId xmlns:a16="http://schemas.microsoft.com/office/drawing/2014/main" id="{ADB9076C-3D65-422B-B342-53FC4D1C321B}"/>
              </a:ext>
            </a:extLst>
          </p:cNvPr>
          <p:cNvSpPr>
            <a:spLocks noGrp="1"/>
          </p:cNvSpPr>
          <p:nvPr>
            <p:ph idx="1"/>
          </p:nvPr>
        </p:nvSpPr>
        <p:spPr>
          <a:xfrm>
            <a:off x="5126418" y="552091"/>
            <a:ext cx="6224335" cy="5431536"/>
          </a:xfrm>
        </p:spPr>
        <p:txBody>
          <a:bodyPr anchor="ctr">
            <a:normAutofit fontScale="85000" lnSpcReduction="20000"/>
          </a:bodyPr>
          <a:lstStyle/>
          <a:p>
            <a:pPr marL="0" indent="0">
              <a:buNone/>
            </a:pPr>
            <a:r>
              <a:rPr lang="en-US" sz="1700"/>
              <a:t>{</a:t>
            </a:r>
          </a:p>
          <a:p>
            <a:pPr marL="0" indent="0">
              <a:buNone/>
            </a:pPr>
            <a:r>
              <a:rPr lang="en-US" sz="1700"/>
              <a:t>    "Version": "2012-10-17",</a:t>
            </a:r>
          </a:p>
          <a:p>
            <a:pPr marL="0" indent="0">
              <a:buNone/>
            </a:pPr>
            <a:r>
              <a:rPr lang="en-US" sz="1700"/>
              <a:t>    "Statement": [{</a:t>
            </a:r>
          </a:p>
          <a:p>
            <a:pPr marL="0" indent="0">
              <a:buNone/>
            </a:pPr>
            <a:r>
              <a:rPr lang="en-US" sz="1700"/>
              <a:t>        "Effect": "Deny",</a:t>
            </a:r>
          </a:p>
          <a:p>
            <a:pPr marL="0" indent="0">
              <a:buNone/>
            </a:pPr>
            <a:r>
              <a:rPr lang="en-US" sz="1700"/>
              <a:t>        "NotPrincipal": {"AWS": [</a:t>
            </a:r>
          </a:p>
          <a:p>
            <a:pPr marL="0" indent="0">
              <a:buNone/>
            </a:pPr>
            <a:r>
              <a:rPr lang="en-US" sz="1700"/>
              <a:t>            "arn:aws:iam::444455556666:user/Bob",</a:t>
            </a:r>
          </a:p>
          <a:p>
            <a:pPr marL="0" indent="0">
              <a:buNone/>
            </a:pPr>
            <a:r>
              <a:rPr lang="en-US" sz="1700"/>
              <a:t>            "arn:aws:iam::444455556666:root"</a:t>
            </a:r>
          </a:p>
          <a:p>
            <a:pPr marL="0" indent="0">
              <a:buNone/>
            </a:pPr>
            <a:r>
              <a:rPr lang="en-US" sz="1700"/>
              <a:t>        ]},</a:t>
            </a:r>
          </a:p>
          <a:p>
            <a:pPr marL="0" indent="0">
              <a:buNone/>
            </a:pPr>
            <a:r>
              <a:rPr lang="en-US" sz="1700"/>
              <a:t>        "Action": "s3:*",</a:t>
            </a:r>
          </a:p>
          <a:p>
            <a:pPr marL="0" indent="0">
              <a:buNone/>
            </a:pPr>
            <a:r>
              <a:rPr lang="en-US" sz="1700"/>
              <a:t>        "Resource": [</a:t>
            </a:r>
          </a:p>
          <a:p>
            <a:pPr marL="0" indent="0">
              <a:buNone/>
            </a:pPr>
            <a:r>
              <a:rPr lang="en-US" sz="1700"/>
              <a:t>            "arn:aws:s3:::BUCKETNAME",</a:t>
            </a:r>
          </a:p>
          <a:p>
            <a:pPr marL="0" indent="0">
              <a:buNone/>
            </a:pPr>
            <a:r>
              <a:rPr lang="en-US" sz="1700"/>
              <a:t>            "arn:aws:s3:::BUCKETNAME/*"</a:t>
            </a:r>
          </a:p>
          <a:p>
            <a:pPr marL="0" indent="0">
              <a:buNone/>
            </a:pPr>
            <a:r>
              <a:rPr lang="en-US" sz="1700"/>
              <a:t>        ]</a:t>
            </a:r>
          </a:p>
          <a:p>
            <a:pPr marL="0" indent="0">
              <a:buNone/>
            </a:pPr>
            <a:r>
              <a:rPr lang="en-US" sz="1700"/>
              <a:t>    }]</a:t>
            </a:r>
          </a:p>
          <a:p>
            <a:pPr marL="0" indent="0">
              <a:buNone/>
            </a:pPr>
            <a:r>
              <a:rPr lang="en-US" sz="1700"/>
              <a:t>}</a:t>
            </a:r>
          </a:p>
        </p:txBody>
      </p:sp>
    </p:spTree>
    <p:extLst>
      <p:ext uri="{BB962C8B-B14F-4D97-AF65-F5344CB8AC3E}">
        <p14:creationId xmlns:p14="http://schemas.microsoft.com/office/powerpoint/2010/main" val="1358663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E035-04EB-41EB-8BCD-DCE7AA88FCDB}"/>
              </a:ext>
            </a:extLst>
          </p:cNvPr>
          <p:cNvSpPr>
            <a:spLocks noGrp="1"/>
          </p:cNvSpPr>
          <p:nvPr>
            <p:ph type="title"/>
          </p:nvPr>
        </p:nvSpPr>
        <p:spPr>
          <a:xfrm>
            <a:off x="841248" y="548640"/>
            <a:ext cx="3600860" cy="5431536"/>
          </a:xfrm>
        </p:spPr>
        <p:txBody>
          <a:bodyPr>
            <a:normAutofit/>
          </a:bodyPr>
          <a:lstStyle/>
          <a:p>
            <a:r>
              <a:rPr lang="en-US" sz="5400"/>
              <a:t>NotAction Example</a:t>
            </a:r>
          </a:p>
        </p:txBody>
      </p:sp>
      <p:sp>
        <p:nvSpPr>
          <p:cNvPr id="3" name="Content Placeholder 2">
            <a:extLst>
              <a:ext uri="{FF2B5EF4-FFF2-40B4-BE49-F238E27FC236}">
                <a16:creationId xmlns:a16="http://schemas.microsoft.com/office/drawing/2014/main" id="{37655BC2-332C-4C26-ABD8-11C8BDADC7D8}"/>
              </a:ext>
            </a:extLst>
          </p:cNvPr>
          <p:cNvSpPr>
            <a:spLocks noGrp="1"/>
          </p:cNvSpPr>
          <p:nvPr>
            <p:ph idx="1"/>
          </p:nvPr>
        </p:nvSpPr>
        <p:spPr>
          <a:xfrm>
            <a:off x="5126418" y="552091"/>
            <a:ext cx="6224335" cy="5431536"/>
          </a:xfrm>
        </p:spPr>
        <p:txBody>
          <a:bodyPr anchor="ctr">
            <a:normAutofit/>
          </a:bodyPr>
          <a:lstStyle/>
          <a:p>
            <a:pPr marL="0" indent="0">
              <a:buNone/>
            </a:pPr>
            <a:r>
              <a:rPr lang="en-US" sz="2200"/>
              <a:t>{</a:t>
            </a:r>
          </a:p>
          <a:p>
            <a:pPr marL="0" indent="0">
              <a:buNone/>
            </a:pPr>
            <a:r>
              <a:rPr lang="en-US" sz="2200"/>
              <a:t>    "Version": "2012-10-17",</a:t>
            </a:r>
          </a:p>
          <a:p>
            <a:pPr marL="0" indent="0">
              <a:buNone/>
            </a:pPr>
            <a:r>
              <a:rPr lang="en-US" sz="2200"/>
              <a:t>    "Statement": [{</a:t>
            </a:r>
          </a:p>
          <a:p>
            <a:pPr marL="0" indent="0">
              <a:buNone/>
            </a:pPr>
            <a:r>
              <a:rPr lang="en-US" sz="2200"/>
              <a:t>        "Sid": "DenyAllUsersNotUsingMFA",</a:t>
            </a:r>
          </a:p>
          <a:p>
            <a:pPr marL="0" indent="0">
              <a:buNone/>
            </a:pPr>
            <a:r>
              <a:rPr lang="en-US" sz="2200"/>
              <a:t>        "Effect": "Deny",</a:t>
            </a:r>
          </a:p>
          <a:p>
            <a:pPr marL="0" indent="0">
              <a:buNone/>
            </a:pPr>
            <a:r>
              <a:rPr lang="en-US" sz="2200"/>
              <a:t>        "NotAction": "iam:*",</a:t>
            </a:r>
          </a:p>
          <a:p>
            <a:pPr marL="0" indent="0">
              <a:buNone/>
            </a:pPr>
            <a:r>
              <a:rPr lang="en-US" sz="2200"/>
              <a:t>        "Resource": "*",</a:t>
            </a:r>
          </a:p>
          <a:p>
            <a:pPr marL="0" indent="0">
              <a:buNone/>
            </a:pPr>
            <a:r>
              <a:rPr lang="en-US" sz="2200"/>
              <a:t>        "Condition": {"BoolIfExists": {"aws:MultiFactorAuthPresent": "false"}}</a:t>
            </a:r>
          </a:p>
          <a:p>
            <a:pPr marL="0" indent="0">
              <a:buNone/>
            </a:pPr>
            <a:r>
              <a:rPr lang="en-US" sz="2200"/>
              <a:t>    }]</a:t>
            </a:r>
          </a:p>
          <a:p>
            <a:pPr marL="0" indent="0">
              <a:buNone/>
            </a:pPr>
            <a:r>
              <a:rPr lang="en-US" sz="2200"/>
              <a:t>}</a:t>
            </a:r>
          </a:p>
        </p:txBody>
      </p:sp>
    </p:spTree>
    <p:extLst>
      <p:ext uri="{BB962C8B-B14F-4D97-AF65-F5344CB8AC3E}">
        <p14:creationId xmlns:p14="http://schemas.microsoft.com/office/powerpoint/2010/main" val="3842357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D96B-DE9E-478D-A416-AED9861E8A22}"/>
              </a:ext>
            </a:extLst>
          </p:cNvPr>
          <p:cNvSpPr>
            <a:spLocks noGrp="1"/>
          </p:cNvSpPr>
          <p:nvPr>
            <p:ph type="title"/>
          </p:nvPr>
        </p:nvSpPr>
        <p:spPr>
          <a:xfrm>
            <a:off x="841248" y="548640"/>
            <a:ext cx="3600860" cy="5431536"/>
          </a:xfrm>
        </p:spPr>
        <p:txBody>
          <a:bodyPr>
            <a:normAutofit/>
          </a:bodyPr>
          <a:lstStyle/>
          <a:p>
            <a:r>
              <a:rPr lang="en-US" sz="5000" dirty="0" err="1"/>
              <a:t>NotResource</a:t>
            </a:r>
            <a:r>
              <a:rPr lang="en-US" sz="5000" dirty="0"/>
              <a:t> Example</a:t>
            </a:r>
          </a:p>
        </p:txBody>
      </p:sp>
      <p:sp>
        <p:nvSpPr>
          <p:cNvPr id="3" name="Content Placeholder 2">
            <a:extLst>
              <a:ext uri="{FF2B5EF4-FFF2-40B4-BE49-F238E27FC236}">
                <a16:creationId xmlns:a16="http://schemas.microsoft.com/office/drawing/2014/main" id="{7E1A713C-3CBF-4924-A54D-DE1974215F4D}"/>
              </a:ext>
            </a:extLst>
          </p:cNvPr>
          <p:cNvSpPr>
            <a:spLocks noGrp="1"/>
          </p:cNvSpPr>
          <p:nvPr>
            <p:ph idx="1"/>
          </p:nvPr>
        </p:nvSpPr>
        <p:spPr>
          <a:xfrm>
            <a:off x="5126418" y="552091"/>
            <a:ext cx="6224335" cy="5431536"/>
          </a:xfrm>
        </p:spPr>
        <p:txBody>
          <a:bodyPr anchor="ctr">
            <a:normAutofit lnSpcReduction="10000"/>
          </a:bodyPr>
          <a:lstStyle/>
          <a:p>
            <a:pPr marL="0" indent="0">
              <a:buNone/>
            </a:pPr>
            <a:r>
              <a:rPr lang="en-US" sz="2200" dirty="0"/>
              <a:t>"Version": "2012-10-17",</a:t>
            </a:r>
          </a:p>
          <a:p>
            <a:pPr marL="0" indent="0">
              <a:buNone/>
            </a:pPr>
            <a:r>
              <a:rPr lang="en-US" sz="2200" dirty="0"/>
              <a:t>  "{</a:t>
            </a:r>
          </a:p>
          <a:p>
            <a:pPr marL="0" indent="0">
              <a:buNone/>
            </a:pPr>
            <a:r>
              <a:rPr lang="en-US" sz="2200" dirty="0"/>
              <a:t> 	Statement": [{</a:t>
            </a:r>
          </a:p>
          <a:p>
            <a:pPr marL="0" indent="0">
              <a:buNone/>
            </a:pPr>
            <a:r>
              <a:rPr lang="en-US" sz="2200" dirty="0"/>
              <a:t>    	"Effect": "Deny",</a:t>
            </a:r>
          </a:p>
          <a:p>
            <a:pPr marL="0" indent="0">
              <a:buNone/>
            </a:pPr>
            <a:r>
              <a:rPr lang="en-US" sz="2200" dirty="0"/>
              <a:t>   	 "Action": "s3:*",</a:t>
            </a:r>
          </a:p>
          <a:p>
            <a:pPr marL="0" indent="0">
              <a:buNone/>
            </a:pPr>
            <a:r>
              <a:rPr lang="en-US" sz="2200" dirty="0"/>
              <a:t>    	"</a:t>
            </a:r>
            <a:r>
              <a:rPr lang="en-US" sz="2200" dirty="0" err="1"/>
              <a:t>NotResource</a:t>
            </a:r>
            <a:r>
              <a:rPr lang="en-US" sz="2200" dirty="0"/>
              <a:t>": [</a:t>
            </a:r>
          </a:p>
          <a:p>
            <a:pPr marL="0" indent="0">
              <a:buNone/>
            </a:pPr>
            <a:r>
              <a:rPr lang="en-US" sz="2200" dirty="0"/>
              <a:t>     	 "arn:aws:s3:::</a:t>
            </a:r>
            <a:r>
              <a:rPr lang="en-US" sz="2200" dirty="0" err="1"/>
              <a:t>HRBucket</a:t>
            </a:r>
            <a:r>
              <a:rPr lang="en-US" sz="2200" dirty="0"/>
              <a:t>/Payroll",</a:t>
            </a:r>
          </a:p>
          <a:p>
            <a:pPr marL="0" indent="0">
              <a:buNone/>
            </a:pPr>
            <a:r>
              <a:rPr lang="en-US" sz="2200" dirty="0"/>
              <a:t>     	 "arn:aws:s3:::</a:t>
            </a:r>
            <a:r>
              <a:rPr lang="en-US" sz="2200" dirty="0" err="1"/>
              <a:t>HRBucket</a:t>
            </a:r>
            <a:r>
              <a:rPr lang="en-US" sz="2200" dirty="0"/>
              <a:t>/Payroll/*"</a:t>
            </a:r>
          </a:p>
          <a:p>
            <a:pPr marL="0" indent="0">
              <a:buNone/>
            </a:pPr>
            <a:r>
              <a:rPr lang="en-US" sz="2200" dirty="0"/>
              <a:t>    ]</a:t>
            </a:r>
          </a:p>
          <a:p>
            <a:pPr marL="0" indent="0">
              <a:buNone/>
            </a:pPr>
            <a:r>
              <a:rPr lang="en-US" sz="2200" dirty="0"/>
              <a:t>  }</a:t>
            </a:r>
          </a:p>
          <a:p>
            <a:pPr marL="0" indent="0">
              <a:buNone/>
            </a:pPr>
            <a:r>
              <a:rPr lang="en-US" sz="2200" dirty="0"/>
              <a:t>}</a:t>
            </a:r>
          </a:p>
        </p:txBody>
      </p:sp>
    </p:spTree>
    <p:extLst>
      <p:ext uri="{BB962C8B-B14F-4D97-AF65-F5344CB8AC3E}">
        <p14:creationId xmlns:p14="http://schemas.microsoft.com/office/powerpoint/2010/main" val="485137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29243-A2E6-F4FA-84E8-A645B582FA0F}"/>
              </a:ext>
            </a:extLst>
          </p:cNvPr>
          <p:cNvSpPr>
            <a:spLocks noGrp="1"/>
          </p:cNvSpPr>
          <p:nvPr>
            <p:ph type="title"/>
          </p:nvPr>
        </p:nvSpPr>
        <p:spPr>
          <a:xfrm>
            <a:off x="841248" y="548640"/>
            <a:ext cx="3600860" cy="5431536"/>
          </a:xfrm>
        </p:spPr>
        <p:txBody>
          <a:bodyPr>
            <a:normAutofit/>
          </a:bodyPr>
          <a:lstStyle/>
          <a:p>
            <a:r>
              <a:rPr lang="en-US" sz="5400"/>
              <a:t>Not Action Example</a:t>
            </a:r>
          </a:p>
        </p:txBody>
      </p:sp>
      <p:sp>
        <p:nvSpPr>
          <p:cNvPr id="3" name="Content Placeholder 2">
            <a:extLst>
              <a:ext uri="{FF2B5EF4-FFF2-40B4-BE49-F238E27FC236}">
                <a16:creationId xmlns:a16="http://schemas.microsoft.com/office/drawing/2014/main" id="{CFE6C9DF-E2F4-E1BD-5D0A-4D1C539416FC}"/>
              </a:ext>
            </a:extLst>
          </p:cNvPr>
          <p:cNvSpPr>
            <a:spLocks noGrp="1"/>
          </p:cNvSpPr>
          <p:nvPr>
            <p:ph idx="1"/>
          </p:nvPr>
        </p:nvSpPr>
        <p:spPr>
          <a:xfrm>
            <a:off x="5126418" y="552091"/>
            <a:ext cx="6224335" cy="5431536"/>
          </a:xfrm>
        </p:spPr>
        <p:txBody>
          <a:bodyPr anchor="ctr">
            <a:normAutofit fontScale="92500" lnSpcReduction="20000"/>
          </a:bodyPr>
          <a:lstStyle/>
          <a:p>
            <a:pPr marL="0" indent="0">
              <a:buNone/>
            </a:pPr>
            <a:r>
              <a:rPr lang="en-US" sz="2000"/>
              <a:t>{</a:t>
            </a:r>
          </a:p>
          <a:p>
            <a:pPr marL="0" indent="0">
              <a:buNone/>
            </a:pPr>
            <a:r>
              <a:rPr lang="en-US" sz="2000"/>
              <a:t>            "Effect": "Deny",</a:t>
            </a:r>
          </a:p>
          <a:p>
            <a:pPr marL="0" indent="0">
              <a:buNone/>
            </a:pPr>
            <a:r>
              <a:rPr lang="en-US" sz="2000"/>
              <a:t>            "NotAction": [</a:t>
            </a:r>
          </a:p>
          <a:p>
            <a:pPr marL="0" indent="0">
              <a:buNone/>
            </a:pPr>
            <a:r>
              <a:rPr lang="en-US" sz="2000"/>
              <a:t>                "cloudfront:*",</a:t>
            </a:r>
          </a:p>
          <a:p>
            <a:pPr marL="0" indent="0">
              <a:buNone/>
            </a:pPr>
            <a:r>
              <a:rPr lang="en-US" sz="2000"/>
              <a:t>                "iam:*",</a:t>
            </a:r>
          </a:p>
          <a:p>
            <a:pPr marL="0" indent="0">
              <a:buNone/>
            </a:pPr>
            <a:r>
              <a:rPr lang="en-US" sz="2000"/>
              <a:t>                "route53:*",</a:t>
            </a:r>
          </a:p>
          <a:p>
            <a:pPr marL="0" indent="0">
              <a:buNone/>
            </a:pPr>
            <a:r>
              <a:rPr lang="en-US" sz="2000"/>
              <a:t>             ],</a:t>
            </a:r>
          </a:p>
          <a:p>
            <a:pPr marL="0" indent="0">
              <a:buNone/>
            </a:pPr>
            <a:r>
              <a:rPr lang="en-US" sz="2000"/>
              <a:t>            "Resource": "*",</a:t>
            </a:r>
          </a:p>
          <a:p>
            <a:pPr marL="0" indent="0">
              <a:buNone/>
            </a:pPr>
            <a:r>
              <a:rPr lang="en-US" sz="2000"/>
              <a:t>            "Condition": {</a:t>
            </a:r>
          </a:p>
          <a:p>
            <a:pPr marL="0" indent="0">
              <a:buNone/>
            </a:pPr>
            <a:r>
              <a:rPr lang="en-US" sz="2000"/>
              <a:t>                "StringNotEquals": {</a:t>
            </a:r>
          </a:p>
          <a:p>
            <a:pPr marL="0" indent="0">
              <a:buNone/>
            </a:pPr>
            <a:r>
              <a:rPr lang="en-US" sz="2000"/>
              <a:t>                    "aws:RequestedRegion": [</a:t>
            </a:r>
          </a:p>
          <a:p>
            <a:pPr marL="0" indent="0">
              <a:buNone/>
            </a:pPr>
            <a:r>
              <a:rPr lang="en-US" sz="2000"/>
              <a:t>                        "eu-central-1",</a:t>
            </a:r>
          </a:p>
          <a:p>
            <a:pPr marL="0" indent="0">
              <a:buNone/>
            </a:pPr>
            <a:r>
              <a:rPr lang="en-US" sz="2000"/>
              <a:t>              ]</a:t>
            </a:r>
          </a:p>
          <a:p>
            <a:pPr marL="0" indent="0">
              <a:buNone/>
            </a:pPr>
            <a:endParaRPr lang="en-US" sz="2000"/>
          </a:p>
        </p:txBody>
      </p:sp>
    </p:spTree>
    <p:extLst>
      <p:ext uri="{BB962C8B-B14F-4D97-AF65-F5344CB8AC3E}">
        <p14:creationId xmlns:p14="http://schemas.microsoft.com/office/powerpoint/2010/main" val="2717379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25729-2D9B-4374-A0D7-49A354E4AD4D}"/>
              </a:ext>
            </a:extLst>
          </p:cNvPr>
          <p:cNvSpPr>
            <a:spLocks noGrp="1"/>
          </p:cNvSpPr>
          <p:nvPr>
            <p:ph type="ctrTitle"/>
          </p:nvPr>
        </p:nvSpPr>
        <p:spPr>
          <a:xfrm>
            <a:off x="6970326" y="1679216"/>
            <a:ext cx="4786877" cy="1518315"/>
          </a:xfrm>
        </p:spPr>
        <p:txBody>
          <a:bodyPr anchor="b">
            <a:normAutofit/>
          </a:bodyPr>
          <a:lstStyle/>
          <a:p>
            <a:r>
              <a:rPr lang="en-US" sz="3300"/>
              <a:t>Attribute Based Access Control (ABAC)</a:t>
            </a:r>
          </a:p>
        </p:txBody>
      </p:sp>
      <p:pic>
        <p:nvPicPr>
          <p:cNvPr id="5" name="Picture 4" descr="Closeup of a keyboard">
            <a:extLst>
              <a:ext uri="{FF2B5EF4-FFF2-40B4-BE49-F238E27FC236}">
                <a16:creationId xmlns:a16="http://schemas.microsoft.com/office/drawing/2014/main" id="{9FF8C7B4-9F2C-C191-C2B6-C0B20AAE8B97}"/>
              </a:ext>
            </a:extLst>
          </p:cNvPr>
          <p:cNvPicPr>
            <a:picLocks noChangeAspect="1"/>
          </p:cNvPicPr>
          <p:nvPr/>
        </p:nvPicPr>
        <p:blipFill>
          <a:blip r:embed="rId2"/>
          <a:srcRect l="7868" r="27918" b="-1"/>
          <a:stretch>
            <a:fillRect/>
          </a:stretch>
        </p:blipFill>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noFill/>
          <a:ln>
            <a:noFill/>
          </a:ln>
        </p:spPr>
      </p:pic>
      <p:sp>
        <p:nvSpPr>
          <p:cNvPr id="3" name="Content Placeholder 2">
            <a:extLst>
              <a:ext uri="{FF2B5EF4-FFF2-40B4-BE49-F238E27FC236}">
                <a16:creationId xmlns:a16="http://schemas.microsoft.com/office/drawing/2014/main" id="{9C92D437-F07B-46D4-97BE-44296AC081FA}"/>
              </a:ext>
            </a:extLst>
          </p:cNvPr>
          <p:cNvSpPr>
            <a:spLocks noGrp="1"/>
          </p:cNvSpPr>
          <p:nvPr>
            <p:ph type="body" sz="quarter" idx="12"/>
          </p:nvPr>
        </p:nvSpPr>
        <p:spPr>
          <a:xfrm>
            <a:off x="6970326" y="3748958"/>
            <a:ext cx="4786878" cy="2258013"/>
          </a:xfrm>
        </p:spPr>
        <p:txBody>
          <a:bodyPr>
            <a:normAutofit/>
          </a:bodyPr>
          <a:lstStyle/>
          <a:p>
            <a:r>
              <a:rPr lang="en-US"/>
              <a:t>Attribute-based access control (ABAC) is an authorization strategy that defines permissions based on attributes</a:t>
            </a:r>
          </a:p>
          <a:p>
            <a:pPr lvl="1"/>
            <a:r>
              <a:rPr lang="en-US" sz="1600"/>
              <a:t>These attributes are called tags</a:t>
            </a:r>
          </a:p>
          <a:p>
            <a:pPr lvl="1"/>
            <a:r>
              <a:rPr lang="en-US" sz="1600"/>
              <a:t>Attach tags to Principal and Resource</a:t>
            </a:r>
          </a:p>
          <a:p>
            <a:pPr lvl="1"/>
            <a:r>
              <a:rPr lang="en-US" sz="1600"/>
              <a:t>Grant permission to Principal based on tags</a:t>
            </a:r>
          </a:p>
          <a:p>
            <a:pPr lvl="1"/>
            <a:r>
              <a:rPr lang="en-US" sz="1600"/>
              <a:t>Much more flexible than the traditional access control</a:t>
            </a:r>
          </a:p>
        </p:txBody>
      </p:sp>
    </p:spTree>
    <p:extLst>
      <p:ext uri="{BB962C8B-B14F-4D97-AF65-F5344CB8AC3E}">
        <p14:creationId xmlns:p14="http://schemas.microsoft.com/office/powerpoint/2010/main" val="555997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8A53C-EEBE-4D40-BCCC-D594B7308FE7}"/>
              </a:ext>
            </a:extLst>
          </p:cNvPr>
          <p:cNvSpPr>
            <a:spLocks noGrp="1"/>
          </p:cNvSpPr>
          <p:nvPr>
            <p:ph type="title"/>
          </p:nvPr>
        </p:nvSpPr>
        <p:spPr>
          <a:xfrm>
            <a:off x="838200" y="365125"/>
            <a:ext cx="10515600" cy="1325563"/>
          </a:xfrm>
        </p:spPr>
        <p:txBody>
          <a:bodyPr>
            <a:normAutofit/>
          </a:bodyPr>
          <a:lstStyle/>
          <a:p>
            <a:r>
              <a:rPr lang="en-US" sz="5400"/>
              <a:t>ABAC Example</a:t>
            </a:r>
          </a:p>
        </p:txBody>
      </p:sp>
      <p:sp>
        <p:nvSpPr>
          <p:cNvPr id="3" name="Content Placeholder 2">
            <a:extLst>
              <a:ext uri="{FF2B5EF4-FFF2-40B4-BE49-F238E27FC236}">
                <a16:creationId xmlns:a16="http://schemas.microsoft.com/office/drawing/2014/main" id="{647155B3-1370-497A-9E5A-D6AB98B67485}"/>
              </a:ext>
            </a:extLst>
          </p:cNvPr>
          <p:cNvSpPr>
            <a:spLocks noGrp="1"/>
          </p:cNvSpPr>
          <p:nvPr>
            <p:ph idx="1"/>
          </p:nvPr>
        </p:nvSpPr>
        <p:spPr>
          <a:xfrm>
            <a:off x="838200" y="1929384"/>
            <a:ext cx="10515600" cy="4251960"/>
          </a:xfrm>
        </p:spPr>
        <p:txBody>
          <a:bodyPr>
            <a:normAutofit fontScale="70000" lnSpcReduction="20000"/>
          </a:bodyPr>
          <a:lstStyle/>
          <a:p>
            <a:pPr marL="0" indent="0">
              <a:buNone/>
            </a:pPr>
            <a:r>
              <a:rPr lang="en-US" sz="1400" dirty="0"/>
              <a:t>{</a:t>
            </a:r>
          </a:p>
          <a:p>
            <a:pPr marL="0" indent="0">
              <a:buNone/>
            </a:pPr>
            <a:r>
              <a:rPr lang="en-US" sz="1400" dirty="0"/>
              <a:t> "Version": "2012-10-17",</a:t>
            </a:r>
          </a:p>
          <a:p>
            <a:pPr marL="0" indent="0">
              <a:buNone/>
            </a:pPr>
            <a:r>
              <a:rPr lang="en-US" sz="1400" dirty="0"/>
              <a:t> "Statement": [</a:t>
            </a:r>
          </a:p>
          <a:p>
            <a:pPr marL="0" indent="0">
              <a:buNone/>
            </a:pPr>
            <a:r>
              <a:rPr lang="en-US" sz="1400" dirty="0"/>
              <a:t>     {</a:t>
            </a:r>
          </a:p>
          <a:p>
            <a:pPr marL="0" indent="0">
              <a:buNone/>
            </a:pPr>
            <a:r>
              <a:rPr lang="en-US" sz="1400" dirty="0"/>
              <a:t>         "Sid": "</a:t>
            </a:r>
            <a:r>
              <a:rPr lang="en-US" sz="1400" dirty="0" err="1"/>
              <a:t>AllActionsSecretsManagerSameProjectSameTeam</a:t>
            </a:r>
            <a:r>
              <a:rPr lang="en-US" sz="1400" dirty="0"/>
              <a:t>",</a:t>
            </a:r>
          </a:p>
          <a:p>
            <a:pPr marL="0" indent="0">
              <a:buNone/>
            </a:pPr>
            <a:r>
              <a:rPr lang="en-US" sz="1400" dirty="0"/>
              <a:t>         "Effect": "Allow",</a:t>
            </a:r>
          </a:p>
          <a:p>
            <a:pPr marL="0" indent="0">
              <a:buNone/>
            </a:pPr>
            <a:r>
              <a:rPr lang="en-US" sz="1400" dirty="0"/>
              <a:t>         "Action": “s3:*",</a:t>
            </a:r>
          </a:p>
          <a:p>
            <a:pPr marL="0" indent="0">
              <a:buNone/>
            </a:pPr>
            <a:r>
              <a:rPr lang="en-US" sz="1400" dirty="0"/>
              <a:t>         "Resource": "*",</a:t>
            </a:r>
          </a:p>
          <a:p>
            <a:pPr marL="0" indent="0">
              <a:buNone/>
            </a:pPr>
            <a:r>
              <a:rPr lang="en-US" sz="1400" dirty="0"/>
              <a:t>         "Condition": {</a:t>
            </a:r>
          </a:p>
          <a:p>
            <a:pPr marL="0" indent="0">
              <a:buNone/>
            </a:pPr>
            <a:r>
              <a:rPr lang="en-US" sz="1400" dirty="0"/>
              <a:t>             "</a:t>
            </a:r>
            <a:r>
              <a:rPr lang="en-US" sz="1400" dirty="0" err="1"/>
              <a:t>StringEquals</a:t>
            </a:r>
            <a:r>
              <a:rPr lang="en-US" sz="1400" dirty="0"/>
              <a:t>": {</a:t>
            </a:r>
          </a:p>
          <a:p>
            <a:pPr marL="0" indent="0">
              <a:buNone/>
            </a:pPr>
            <a:r>
              <a:rPr lang="en-US" sz="1400" dirty="0"/>
              <a:t>                 "</a:t>
            </a:r>
            <a:r>
              <a:rPr lang="en-US" sz="1400" dirty="0" err="1"/>
              <a:t>aws:ResourceTag</a:t>
            </a:r>
            <a:r>
              <a:rPr lang="en-US" sz="1400" dirty="0"/>
              <a:t>/access-project": "${</a:t>
            </a:r>
            <a:r>
              <a:rPr lang="en-US" sz="1400" dirty="0" err="1"/>
              <a:t>aws:PrincipalTag</a:t>
            </a:r>
            <a:r>
              <a:rPr lang="en-US" sz="1400" dirty="0"/>
              <a:t>/access-project}",</a:t>
            </a:r>
          </a:p>
          <a:p>
            <a:pPr marL="0" indent="0">
              <a:buNone/>
            </a:pPr>
            <a:r>
              <a:rPr lang="en-US" sz="1400" dirty="0"/>
              <a:t>                 "</a:t>
            </a:r>
            <a:r>
              <a:rPr lang="en-US" sz="1400" dirty="0" err="1"/>
              <a:t>aws:ResourceTag</a:t>
            </a:r>
            <a:r>
              <a:rPr lang="en-US" sz="1400" dirty="0"/>
              <a:t>/access-team": "${</a:t>
            </a:r>
            <a:r>
              <a:rPr lang="en-US" sz="1400" dirty="0" err="1"/>
              <a:t>aws:PrincipalTag</a:t>
            </a:r>
            <a:r>
              <a:rPr lang="en-US" sz="1400" dirty="0"/>
              <a:t>/access-team}",</a:t>
            </a:r>
          </a:p>
          <a:p>
            <a:pPr marL="0" indent="0">
              <a:buNone/>
            </a:pPr>
            <a:r>
              <a:rPr lang="en-US" sz="1400" dirty="0"/>
              <a:t>                 "</a:t>
            </a:r>
            <a:r>
              <a:rPr lang="en-US" sz="1400" dirty="0" err="1"/>
              <a:t>aws:ResourceTag</a:t>
            </a:r>
            <a:r>
              <a:rPr lang="en-US" sz="1400" dirty="0"/>
              <a:t>/cost-center": "${</a:t>
            </a:r>
            <a:r>
              <a:rPr lang="en-US" sz="1400" dirty="0" err="1"/>
              <a:t>aws:PrincipalTag</a:t>
            </a:r>
            <a:r>
              <a:rPr lang="en-US" sz="1400" dirty="0"/>
              <a:t>/cost-center}"</a:t>
            </a:r>
          </a:p>
          <a:p>
            <a:pPr marL="0" indent="0">
              <a:buNone/>
            </a:pPr>
            <a:r>
              <a:rPr lang="en-US" sz="1400" dirty="0"/>
              <a:t>             },</a:t>
            </a:r>
          </a:p>
          <a:p>
            <a:endParaRPr lang="en-US" sz="1000" dirty="0"/>
          </a:p>
        </p:txBody>
      </p:sp>
    </p:spTree>
    <p:extLst>
      <p:ext uri="{BB962C8B-B14F-4D97-AF65-F5344CB8AC3E}">
        <p14:creationId xmlns:p14="http://schemas.microsoft.com/office/powerpoint/2010/main" val="2990272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7CB52-3349-4124-B6C3-4AC978487EF2}"/>
              </a:ext>
            </a:extLst>
          </p:cNvPr>
          <p:cNvSpPr>
            <a:spLocks noGrp="1"/>
          </p:cNvSpPr>
          <p:nvPr>
            <p:ph type="title"/>
          </p:nvPr>
        </p:nvSpPr>
        <p:spPr>
          <a:xfrm>
            <a:off x="638881" y="457201"/>
            <a:ext cx="10909640" cy="1832654"/>
          </a:xfrm>
        </p:spPr>
        <p:txBody>
          <a:bodyPr vert="horz" lIns="91440" tIns="45720" rIns="91440" bIns="45720" rtlCol="0" anchor="b">
            <a:normAutofit/>
          </a:bodyPr>
          <a:lstStyle/>
          <a:p>
            <a:pPr algn="ctr"/>
            <a:r>
              <a:rPr lang="en-US" sz="6600" kern="1200">
                <a:solidFill>
                  <a:schemeClr val="tx1"/>
                </a:solidFill>
                <a:latin typeface="+mj-lt"/>
                <a:ea typeface="+mj-ea"/>
                <a:cs typeface="+mj-cs"/>
              </a:rPr>
              <a:t>ABAC Example</a:t>
            </a:r>
          </a:p>
        </p:txBody>
      </p:sp>
      <p:pic>
        <p:nvPicPr>
          <p:cNvPr id="4" name="Picture 3">
            <a:extLst>
              <a:ext uri="{FF2B5EF4-FFF2-40B4-BE49-F238E27FC236}">
                <a16:creationId xmlns:a16="http://schemas.microsoft.com/office/drawing/2014/main" id="{89831A86-D4B5-4AB0-9E58-C88240CA8595}"/>
              </a:ext>
            </a:extLst>
          </p:cNvPr>
          <p:cNvPicPr>
            <a:picLocks noChangeAspect="1"/>
          </p:cNvPicPr>
          <p:nvPr/>
        </p:nvPicPr>
        <p:blipFill>
          <a:blip r:embed="rId2"/>
          <a:stretch>
            <a:fillRect/>
          </a:stretch>
        </p:blipFill>
        <p:spPr>
          <a:xfrm>
            <a:off x="2681066" y="2747056"/>
            <a:ext cx="6960774" cy="3932836"/>
          </a:xfrm>
          <a:prstGeom prst="rect">
            <a:avLst/>
          </a:prstGeom>
        </p:spPr>
      </p:pic>
    </p:spTree>
    <p:extLst>
      <p:ext uri="{BB962C8B-B14F-4D97-AF65-F5344CB8AC3E}">
        <p14:creationId xmlns:p14="http://schemas.microsoft.com/office/powerpoint/2010/main" val="1173714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456E8-53E7-46A7-A9B4-5AF8D6954CC6}"/>
              </a:ext>
            </a:extLst>
          </p:cNvPr>
          <p:cNvSpPr>
            <a:spLocks noGrp="1"/>
          </p:cNvSpPr>
          <p:nvPr>
            <p:ph type="title"/>
          </p:nvPr>
        </p:nvSpPr>
        <p:spPr>
          <a:xfrm>
            <a:off x="1097280" y="286603"/>
            <a:ext cx="10058400" cy="1450757"/>
          </a:xfrm>
        </p:spPr>
        <p:txBody>
          <a:bodyPr anchor="b">
            <a:normAutofit/>
          </a:bodyPr>
          <a:lstStyle/>
          <a:p>
            <a:r>
              <a:rPr lang="en-US"/>
              <a:t>Evaluating Request Context</a:t>
            </a:r>
          </a:p>
        </p:txBody>
      </p:sp>
      <p:graphicFrame>
        <p:nvGraphicFramePr>
          <p:cNvPr id="5" name="Content Placeholder 2">
            <a:extLst>
              <a:ext uri="{FF2B5EF4-FFF2-40B4-BE49-F238E27FC236}">
                <a16:creationId xmlns:a16="http://schemas.microsoft.com/office/drawing/2014/main" id="{C2207FAD-913A-4F7B-B145-C65B5A1E2F70}"/>
              </a:ext>
            </a:extLst>
          </p:cNvPr>
          <p:cNvGraphicFramePr>
            <a:graphicFrameLocks noGrp="1"/>
          </p:cNvGraphicFramePr>
          <p:nvPr>
            <p:ph idx="1"/>
            <p:extLst>
              <p:ext uri="{D42A27DB-BD31-4B8C-83A1-F6EECF244321}">
                <p14:modId xmlns:p14="http://schemas.microsoft.com/office/powerpoint/2010/main" val="2685873257"/>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9517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15F0-CD41-4416-AC32-94E28E2A4ACC}"/>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Determining Whether a Request Is Allowed or Denied Within an Account</a:t>
            </a:r>
          </a:p>
        </p:txBody>
      </p:sp>
      <p:pic>
        <p:nvPicPr>
          <p:cNvPr id="1026" name="Picture 2" descr="&#10;        Evaluation flow chart&#10;      ">
            <a:extLst>
              <a:ext uri="{FF2B5EF4-FFF2-40B4-BE49-F238E27FC236}">
                <a16:creationId xmlns:a16="http://schemas.microsoft.com/office/drawing/2014/main" id="{1D32A5EF-2313-BD49-E7E4-5FE41D779A7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4136" y="2007616"/>
            <a:ext cx="10169624" cy="4703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231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A74BF-E88A-4501-97D2-B9F46A2656D8}"/>
              </a:ext>
            </a:extLst>
          </p:cNvPr>
          <p:cNvSpPr>
            <a:spLocks noGrp="1"/>
          </p:cNvSpPr>
          <p:nvPr>
            <p:ph type="ctrTitle"/>
          </p:nvPr>
        </p:nvSpPr>
        <p:spPr>
          <a:xfrm>
            <a:off x="6970326" y="1679216"/>
            <a:ext cx="4786877" cy="1518315"/>
          </a:xfrm>
        </p:spPr>
        <p:txBody>
          <a:bodyPr vert="horz" lIns="91440" tIns="45720" rIns="91440" bIns="45720" rtlCol="0" anchor="b">
            <a:normAutofit/>
          </a:bodyPr>
          <a:lstStyle/>
          <a:p>
            <a:r>
              <a:rPr lang="en-US" sz="2900" kern="1200"/>
              <a:t>Evaluating Identity-Based Policies with Resource-Based Policies</a:t>
            </a:r>
          </a:p>
        </p:txBody>
      </p:sp>
      <p:pic>
        <p:nvPicPr>
          <p:cNvPr id="4" name="Content Placeholder 3">
            <a:extLst>
              <a:ext uri="{FF2B5EF4-FFF2-40B4-BE49-F238E27FC236}">
                <a16:creationId xmlns:a16="http://schemas.microsoft.com/office/drawing/2014/main" id="{9BD0B26D-A8AD-4EB0-ACA7-9253BEC0CC19}"/>
              </a:ext>
            </a:extLst>
          </p:cNvPr>
          <p:cNvPicPr>
            <a:picLocks noGrp="1" noChangeAspect="1"/>
          </p:cNvPicPr>
          <p:nvPr>
            <p:ph type="pic" sz="quarter" idx="11"/>
          </p:nvPr>
        </p:nvPicPr>
        <p:blipFill rotWithShape="1">
          <a:blip r:embed="rId2"/>
          <a:srcRect r="3289" b="1"/>
          <a:stretch>
            <a:fillRect/>
          </a:stretch>
        </p:blipFill>
        <p:spPr>
          <a:xfrm>
            <a:off x="-29499" y="-2236"/>
            <a:ext cx="6814124" cy="6871095"/>
          </a:xfrm>
          <a:prstGeom prst="rect">
            <a:avLst/>
          </a:prstGeom>
          <a:noFill/>
        </p:spPr>
      </p:pic>
    </p:spTree>
    <p:extLst>
      <p:ext uri="{BB962C8B-B14F-4D97-AF65-F5344CB8AC3E}">
        <p14:creationId xmlns:p14="http://schemas.microsoft.com/office/powerpoint/2010/main" val="2088478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3BB4A-7E59-4717-9A2A-FCF5046C9D5E}"/>
              </a:ext>
            </a:extLst>
          </p:cNvPr>
          <p:cNvSpPr>
            <a:spLocks noGrp="1"/>
          </p:cNvSpPr>
          <p:nvPr>
            <p:ph type="ctrTitle"/>
          </p:nvPr>
        </p:nvSpPr>
        <p:spPr>
          <a:xfrm>
            <a:off x="6970326" y="1679216"/>
            <a:ext cx="4786877" cy="1518315"/>
          </a:xfrm>
        </p:spPr>
        <p:txBody>
          <a:bodyPr vert="horz" lIns="91440" tIns="45720" rIns="91440" bIns="45720" rtlCol="0" anchor="b">
            <a:normAutofit/>
          </a:bodyPr>
          <a:lstStyle/>
          <a:p>
            <a:r>
              <a:rPr lang="en-US" sz="2900" kern="1200"/>
              <a:t>Evaluating Identity-Based Policies with Permissions Boundaries</a:t>
            </a:r>
          </a:p>
        </p:txBody>
      </p:sp>
      <p:pic>
        <p:nvPicPr>
          <p:cNvPr id="4" name="Content Placeholder 3" descr="A screenshot of a cell phone&#10;&#10;Description automatically generated">
            <a:extLst>
              <a:ext uri="{FF2B5EF4-FFF2-40B4-BE49-F238E27FC236}">
                <a16:creationId xmlns:a16="http://schemas.microsoft.com/office/drawing/2014/main" id="{DC1835BC-77BD-4401-9780-8E560AE26D3F}"/>
              </a:ext>
            </a:extLst>
          </p:cNvPr>
          <p:cNvPicPr>
            <a:picLocks noGrp="1" noChangeAspect="1"/>
          </p:cNvPicPr>
          <p:nvPr>
            <p:ph type="pic" sz="quarter" idx="11"/>
          </p:nvPr>
        </p:nvPicPr>
        <p:blipFill rotWithShape="1">
          <a:blip r:embed="rId2"/>
          <a:srcRect r="3289" b="1"/>
          <a:stretch>
            <a:fillRect/>
          </a:stretch>
        </p:blipFill>
        <p:spPr>
          <a:xfrm>
            <a:off x="-29499" y="-2236"/>
            <a:ext cx="6814124" cy="6871095"/>
          </a:xfrm>
          <a:prstGeom prst="rect">
            <a:avLst/>
          </a:prstGeom>
          <a:noFill/>
        </p:spPr>
      </p:pic>
    </p:spTree>
    <p:extLst>
      <p:ext uri="{BB962C8B-B14F-4D97-AF65-F5344CB8AC3E}">
        <p14:creationId xmlns:p14="http://schemas.microsoft.com/office/powerpoint/2010/main" val="243005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79E18-ADFF-4D6A-9A6E-0BAFA8DD1B01}"/>
              </a:ext>
            </a:extLst>
          </p:cNvPr>
          <p:cNvSpPr>
            <a:spLocks noGrp="1"/>
          </p:cNvSpPr>
          <p:nvPr>
            <p:ph type="ctrTitle"/>
          </p:nvPr>
        </p:nvSpPr>
        <p:spPr>
          <a:xfrm>
            <a:off x="6970326" y="1679216"/>
            <a:ext cx="4786877" cy="1518315"/>
          </a:xfrm>
        </p:spPr>
        <p:txBody>
          <a:bodyPr vert="horz" lIns="91440" tIns="45720" rIns="91440" bIns="45720" rtlCol="0" anchor="b">
            <a:normAutofit/>
          </a:bodyPr>
          <a:lstStyle/>
          <a:p>
            <a:r>
              <a:rPr lang="en-US" sz="3300" kern="1200"/>
              <a:t>Evaluating Identity-Based Policies with Organizations SCPs</a:t>
            </a:r>
          </a:p>
        </p:txBody>
      </p:sp>
      <p:pic>
        <p:nvPicPr>
          <p:cNvPr id="4" name="Content Placeholder 3" descr="A screenshot of a cell phone&#10;&#10;Description automatically generated">
            <a:extLst>
              <a:ext uri="{FF2B5EF4-FFF2-40B4-BE49-F238E27FC236}">
                <a16:creationId xmlns:a16="http://schemas.microsoft.com/office/drawing/2014/main" id="{A6C31703-480C-41A4-BD65-3506781DC55B}"/>
              </a:ext>
            </a:extLst>
          </p:cNvPr>
          <p:cNvPicPr>
            <a:picLocks noGrp="1" noChangeAspect="1"/>
          </p:cNvPicPr>
          <p:nvPr>
            <p:ph type="pic" sz="quarter" idx="11"/>
          </p:nvPr>
        </p:nvPicPr>
        <p:blipFill rotWithShape="1">
          <a:blip r:embed="rId2"/>
          <a:srcRect r="2887" b="1"/>
          <a:stretch>
            <a:fillRect/>
          </a:stretch>
        </p:blipFill>
        <p:spPr>
          <a:xfrm>
            <a:off x="-29499" y="-2236"/>
            <a:ext cx="6814124" cy="6871095"/>
          </a:xfrm>
          <a:prstGeom prst="rect">
            <a:avLst/>
          </a:prstGeom>
          <a:noFill/>
        </p:spPr>
      </p:pic>
    </p:spTree>
    <p:extLst>
      <p:ext uri="{BB962C8B-B14F-4D97-AF65-F5344CB8AC3E}">
        <p14:creationId xmlns:p14="http://schemas.microsoft.com/office/powerpoint/2010/main" val="1231806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EC5F-6DA7-453B-9D2F-5D74DD35C59F}"/>
              </a:ext>
            </a:extLst>
          </p:cNvPr>
          <p:cNvSpPr>
            <a:spLocks noGrp="1"/>
          </p:cNvSpPr>
          <p:nvPr>
            <p:ph type="ctrTitle"/>
          </p:nvPr>
        </p:nvSpPr>
        <p:spPr>
          <a:xfrm>
            <a:off x="6970326" y="1679216"/>
            <a:ext cx="4786877" cy="1518315"/>
          </a:xfrm>
        </p:spPr>
        <p:txBody>
          <a:bodyPr vert="horz" lIns="91440" tIns="45720" rIns="91440" bIns="45720" rtlCol="0" anchor="b">
            <a:normAutofit/>
          </a:bodyPr>
          <a:lstStyle/>
          <a:p>
            <a:r>
              <a:rPr lang="en-US" sz="2400" kern="1200"/>
              <a:t>Evaluating Effective Permissions with Boundaries - Resource Policies</a:t>
            </a:r>
          </a:p>
        </p:txBody>
      </p:sp>
      <p:pic>
        <p:nvPicPr>
          <p:cNvPr id="4" name="Content Placeholder 3">
            <a:extLst>
              <a:ext uri="{FF2B5EF4-FFF2-40B4-BE49-F238E27FC236}">
                <a16:creationId xmlns:a16="http://schemas.microsoft.com/office/drawing/2014/main" id="{CF29428F-20E1-4F8A-A11E-4F7D17E02A6D}"/>
              </a:ext>
            </a:extLst>
          </p:cNvPr>
          <p:cNvPicPr>
            <a:picLocks noGrp="1" noChangeAspect="1"/>
          </p:cNvPicPr>
          <p:nvPr>
            <p:ph type="pic" sz="quarter" idx="11"/>
          </p:nvPr>
        </p:nvPicPr>
        <p:blipFill rotWithShape="1">
          <a:blip r:embed="rId2"/>
          <a:srcRect l="4098" r="6980" b="-2"/>
          <a:stretch>
            <a:fillRect/>
          </a:stretch>
        </p:blipFill>
        <p:spPr>
          <a:xfrm>
            <a:off x="-29499" y="-2236"/>
            <a:ext cx="6814124" cy="6871095"/>
          </a:xfrm>
          <a:prstGeom prst="rect">
            <a:avLst/>
          </a:prstGeom>
          <a:noFill/>
        </p:spPr>
      </p:pic>
    </p:spTree>
    <p:extLst>
      <p:ext uri="{BB962C8B-B14F-4D97-AF65-F5344CB8AC3E}">
        <p14:creationId xmlns:p14="http://schemas.microsoft.com/office/powerpoint/2010/main" val="1833218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6A26-E801-4781-89DF-02DC9E010BF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IAM Roles</a:t>
            </a:r>
          </a:p>
        </p:txBody>
      </p:sp>
      <p:graphicFrame>
        <p:nvGraphicFramePr>
          <p:cNvPr id="5" name="Content Placeholder 2">
            <a:extLst>
              <a:ext uri="{FF2B5EF4-FFF2-40B4-BE49-F238E27FC236}">
                <a16:creationId xmlns:a16="http://schemas.microsoft.com/office/drawing/2014/main" id="{8FB500D8-6564-425C-9D19-1A2A312041BF}"/>
              </a:ext>
            </a:extLst>
          </p:cNvPr>
          <p:cNvGraphicFramePr>
            <a:graphicFrameLocks noGrp="1"/>
          </p:cNvGraphicFramePr>
          <p:nvPr>
            <p:ph idx="1"/>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8943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452219-785E-4657-C5F4-A53FEF2EB02D}"/>
              </a:ext>
            </a:extLst>
          </p:cNvPr>
          <p:cNvSpPr>
            <a:spLocks noGrp="1"/>
          </p:cNvSpPr>
          <p:nvPr>
            <p:ph type="ctrTitle"/>
          </p:nvPr>
        </p:nvSpPr>
        <p:spPr>
          <a:xfrm>
            <a:off x="6970326" y="1679216"/>
            <a:ext cx="4786877" cy="1518315"/>
          </a:xfrm>
        </p:spPr>
        <p:txBody>
          <a:bodyPr/>
          <a:lstStyle/>
          <a:p>
            <a:r>
              <a:rPr lang="en-US" dirty="0"/>
              <a:t>Thank you</a:t>
            </a:r>
          </a:p>
        </p:txBody>
      </p:sp>
      <p:pic>
        <p:nvPicPr>
          <p:cNvPr id="6" name="Picture Placeholder 5" descr="A person and person looking at a computer screen">
            <a:extLst>
              <a:ext uri="{FF2B5EF4-FFF2-40B4-BE49-F238E27FC236}">
                <a16:creationId xmlns:a16="http://schemas.microsoft.com/office/drawing/2014/main" id="{AA35CD3A-9896-7953-C82D-AAE87F6124DB}"/>
              </a:ext>
            </a:extLst>
          </p:cNvPr>
          <p:cNvPicPr>
            <a:picLocks noGrp="1" noChangeAspect="1"/>
          </p:cNvPicPr>
          <p:nvPr>
            <p:ph type="pic" sz="quarter" idx="11"/>
          </p:nvPr>
        </p:nvPicPr>
        <p:blipFill>
          <a:blip r:embed="rId2"/>
          <a:srcRect l="127" r="127"/>
          <a:stretch/>
        </p:blipFill>
        <p:spPr>
          <a:xfrm>
            <a:off x="-29499" y="-2236"/>
            <a:ext cx="6814124" cy="6871095"/>
          </a:xfrm>
        </p:spPr>
      </p:pic>
      <p:grpSp>
        <p:nvGrpSpPr>
          <p:cNvPr id="7" name="Group 6">
            <a:extLst>
              <a:ext uri="{FF2B5EF4-FFF2-40B4-BE49-F238E27FC236}">
                <a16:creationId xmlns:a16="http://schemas.microsoft.com/office/drawing/2014/main" id="{6A8DFC8D-4AE6-170E-C27A-DA97EBD7DC87}"/>
              </a:ext>
              <a:ext uri="{C183D7F6-B498-43B3-948B-1728B52AA6E4}">
                <adec:decorative xmlns:adec="http://schemas.microsoft.com/office/drawing/2017/decorative" val="1"/>
              </a:ext>
            </a:extLst>
          </p:cNvPr>
          <p:cNvGrpSpPr/>
          <p:nvPr/>
        </p:nvGrpSpPr>
        <p:grpSpPr>
          <a:xfrm>
            <a:off x="4059704" y="0"/>
            <a:ext cx="2928883" cy="6871447"/>
            <a:chOff x="4059704" y="0"/>
            <a:chExt cx="2928883" cy="6871447"/>
          </a:xfrm>
        </p:grpSpPr>
        <p:sp>
          <p:nvSpPr>
            <p:cNvPr id="8" name="Freeform: Shape 7">
              <a:extLst>
                <a:ext uri="{FF2B5EF4-FFF2-40B4-BE49-F238E27FC236}">
                  <a16:creationId xmlns:a16="http://schemas.microsoft.com/office/drawing/2014/main" id="{CF966C9E-A9A2-BF8C-EDCB-B7F6AE51C425}"/>
                </a:ext>
              </a:extLst>
            </p:cNvPr>
            <p:cNvSpPr/>
            <p:nvPr/>
          </p:nvSpPr>
          <p:spPr>
            <a:xfrm rot="10800000">
              <a:off x="4443586" y="50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cxnSp>
          <p:nvCxnSpPr>
            <p:cNvPr id="9" name="Straight Connector 8">
              <a:extLst>
                <a:ext uri="{FF2B5EF4-FFF2-40B4-BE49-F238E27FC236}">
                  <a16:creationId xmlns:a16="http://schemas.microsoft.com/office/drawing/2014/main" id="{433BC35A-F255-48AA-48B8-D6561A6FAB9E}"/>
                </a:ext>
              </a:extLst>
            </p:cNvPr>
            <p:cNvCxnSpPr>
              <a:cxnSpLocks/>
            </p:cNvCxnSpPr>
            <p:nvPr/>
          </p:nvCxnSpPr>
          <p:spPr>
            <a:xfrm flipH="1">
              <a:off x="4059704"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9485134"/>
      </p:ext>
    </p:extLst>
  </p:cSld>
  <p:clrMapOvr>
    <a:masterClrMapping/>
  </p:clrMapOvr>
</p:sld>
</file>

<file path=ppt/theme/theme1.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997564FD-A068-4008-83B6-070AA4A47434}" vid="{E6A5A359-31DF-46AC-82A0-260451C80A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E5DFD21-F030-4913-A53B-53AB3DF1C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CD227D-A683-415D-A610-20912E1CEA19}">
  <ds:schemaRefs>
    <ds:schemaRef ds:uri="http://schemas.microsoft.com/sharepoint/v3/contenttype/forms"/>
  </ds:schemaRefs>
</ds:datastoreItem>
</file>

<file path=customXml/itemProps3.xml><?xml version="1.0" encoding="utf-8"?>
<ds:datastoreItem xmlns:ds="http://schemas.openxmlformats.org/officeDocument/2006/customXml" ds:itemID="{CCE11EC4-AF13-4A6E-A5E0-5A264B291FD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corporate teach a course slides</Template>
  <TotalTime>177</TotalTime>
  <Words>1617</Words>
  <Application>Microsoft Office PowerPoint</Application>
  <PresentationFormat>Widescreen</PresentationFormat>
  <Paragraphs>264</Paragraphs>
  <Slides>38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Book Antiqua</vt:lpstr>
      <vt:lpstr>Calibri</vt:lpstr>
      <vt:lpstr>Century Gothic</vt:lpstr>
      <vt:lpstr>Courier New</vt:lpstr>
      <vt:lpstr>Garamond</vt:lpstr>
      <vt:lpstr>Rockwell</vt:lpstr>
      <vt:lpstr>Custom</vt:lpstr>
      <vt:lpstr>Identity &amp; Access Management</vt:lpstr>
      <vt:lpstr>IAM</vt:lpstr>
      <vt:lpstr>Authentication </vt:lpstr>
      <vt:lpstr>Authorization</vt:lpstr>
      <vt:lpstr>Policies</vt:lpstr>
      <vt:lpstr>Identity Based Policies</vt:lpstr>
      <vt:lpstr>Customer Managed Policies</vt:lpstr>
      <vt:lpstr>Inline Policies</vt:lpstr>
      <vt:lpstr>Resource Based Policies</vt:lpstr>
      <vt:lpstr>IAM Permission Boundaries</vt:lpstr>
      <vt:lpstr>Service Control Policies</vt:lpstr>
      <vt:lpstr>Session Policies</vt:lpstr>
      <vt:lpstr>User Policies</vt:lpstr>
      <vt:lpstr>Resource based policies</vt:lpstr>
      <vt:lpstr>JSON Policy Document Structure</vt:lpstr>
      <vt:lpstr>An example bucket policy</vt:lpstr>
      <vt:lpstr>An example of user policy</vt:lpstr>
      <vt:lpstr>Condition Checking</vt:lpstr>
      <vt:lpstr>An example</vt:lpstr>
      <vt:lpstr>JSON Policy Element</vt:lpstr>
      <vt:lpstr>JSON Policy Elements</vt:lpstr>
      <vt:lpstr>JSON Policy Elements</vt:lpstr>
      <vt:lpstr>JSON Policy Element</vt:lpstr>
      <vt:lpstr>NotPrincipal example</vt:lpstr>
      <vt:lpstr>NotAction Example</vt:lpstr>
      <vt:lpstr>NotResource Example</vt:lpstr>
      <vt:lpstr>Not Action Example</vt:lpstr>
      <vt:lpstr>Attribute Based Access Control (ABAC)</vt:lpstr>
      <vt:lpstr>ABAC Example</vt:lpstr>
      <vt:lpstr>ABAC Example</vt:lpstr>
      <vt:lpstr>Evaluating Request Context</vt:lpstr>
      <vt:lpstr>Determining Whether a Request Is Allowed or Denied Within an Account</vt:lpstr>
      <vt:lpstr>Evaluating Identity-Based Policies with Resource-Based Policies</vt:lpstr>
      <vt:lpstr>Evaluating Identity-Based Policies with Permissions Boundaries</vt:lpstr>
      <vt:lpstr>Evaluating Identity-Based Policies with Organizations SCPs</vt:lpstr>
      <vt:lpstr>Evaluating Effective Permissions with Boundaries - Resource Policies</vt:lpstr>
      <vt:lpstr>IAM Roles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CloudSiksha</dc:creator>
  <cp:lastModifiedBy>Suresh CloudSiksha</cp:lastModifiedBy>
  <cp:revision>5</cp:revision>
  <dcterms:created xsi:type="dcterms:W3CDTF">2026-02-08T06:33:58Z</dcterms:created>
  <dcterms:modified xsi:type="dcterms:W3CDTF">2026-02-11T03:57:15Z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